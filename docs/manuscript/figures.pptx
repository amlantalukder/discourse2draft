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29260800" cy="1645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EAF7"/>
    <a:srgbClr val="F2CFEE"/>
    <a:srgbClr val="000000"/>
    <a:srgbClr val="FBE3D6"/>
    <a:srgbClr val="E2F13C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83"/>
    <p:restoredTop sz="94595"/>
  </p:normalViewPr>
  <p:slideViewPr>
    <p:cSldViewPr snapToGrid="0">
      <p:cViewPr varScale="1">
        <p:scale>
          <a:sx n="56" d="100"/>
          <a:sy n="56" d="100"/>
        </p:scale>
        <p:origin x="264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5913B7-5510-6E41-B14E-AE7D0814374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489DBF-ACC3-F643-BD5F-3B14103177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5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1pPr>
    <a:lvl2pPr marL="109728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2pPr>
    <a:lvl3pPr marL="219456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3pPr>
    <a:lvl4pPr marL="329184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4pPr>
    <a:lvl5pPr marL="438912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5pPr>
    <a:lvl6pPr marL="548640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6pPr>
    <a:lvl7pPr marL="658368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7pPr>
    <a:lvl8pPr marL="768096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8pPr>
    <a:lvl9pPr marL="877824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89DBF-ACC3-F643-BD5F-3B14103177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97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600" y="2693671"/>
            <a:ext cx="21945600" cy="573024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0" y="8644891"/>
            <a:ext cx="21945600" cy="3973829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936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664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6440" y="4103372"/>
            <a:ext cx="25237440" cy="6846569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96440" y="11014712"/>
            <a:ext cx="25237440" cy="3600449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1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11680" y="4381500"/>
            <a:ext cx="124358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13280" y="4381500"/>
            <a:ext cx="124358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2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491" y="876301"/>
            <a:ext cx="25237440" cy="31813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492" y="4034791"/>
            <a:ext cx="12378689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15492" y="6012180"/>
            <a:ext cx="12378689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813280" y="4034791"/>
            <a:ext cx="12439651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813280" y="6012180"/>
            <a:ext cx="12439651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657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77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10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492" y="1097280"/>
            <a:ext cx="9437369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39651" y="2369821"/>
            <a:ext cx="14813280" cy="116967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15492" y="4937760"/>
            <a:ext cx="9437369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079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492" y="1097280"/>
            <a:ext cx="9437369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439651" y="2369821"/>
            <a:ext cx="14813280" cy="116967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15492" y="4937760"/>
            <a:ext cx="9437369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935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24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939760" y="876300"/>
            <a:ext cx="6309360" cy="139484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11680" y="876300"/>
            <a:ext cx="18562320" cy="139484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109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11680" y="876301"/>
            <a:ext cx="25237440" cy="31813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0" y="4381500"/>
            <a:ext cx="25237440" cy="10443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11680" y="15255241"/>
            <a:ext cx="65836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29390D-1E74-874C-A776-978F14B33A7C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692640" y="15255241"/>
            <a:ext cx="987552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665440" y="15255241"/>
            <a:ext cx="65836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621C06-06A3-DD45-8CBA-52E914300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480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9004F-D6B9-D410-AFD9-4E4ED0DD3C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Discourse2Draft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F5F3C7-8A13-5D09-2883-7ADE33F33A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Amlan Talukder</a:t>
            </a:r>
          </a:p>
        </p:txBody>
      </p:sp>
    </p:spTree>
    <p:extLst>
      <p:ext uri="{BB962C8B-B14F-4D97-AF65-F5344CB8AC3E}">
        <p14:creationId xmlns:p14="http://schemas.microsoft.com/office/powerpoint/2010/main" val="3306323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84099E-E1FE-66AD-0D62-6D3ACF237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4768" y="3050565"/>
            <a:ext cx="13575337" cy="96415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692C532-AFFF-9A80-1748-8D9E8E3CF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70" y="3050565"/>
            <a:ext cx="15166398" cy="8793284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F6297-399C-4FEB-2471-D10420CA74EC}"/>
              </a:ext>
            </a:extLst>
          </p:cNvPr>
          <p:cNvCxnSpPr>
            <a:cxnSpLocks/>
          </p:cNvCxnSpPr>
          <p:nvPr/>
        </p:nvCxnSpPr>
        <p:spPr>
          <a:xfrm>
            <a:off x="15347683" y="1908315"/>
            <a:ext cx="0" cy="108734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0E96F79-4AFD-445B-09BA-AB651D693FB4}"/>
              </a:ext>
            </a:extLst>
          </p:cNvPr>
          <p:cNvSpPr/>
          <p:nvPr/>
        </p:nvSpPr>
        <p:spPr>
          <a:xfrm>
            <a:off x="238370" y="1908313"/>
            <a:ext cx="28843526" cy="108734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BA5525-0CE4-A6A9-473B-DB4ED6C5919D}"/>
              </a:ext>
            </a:extLst>
          </p:cNvPr>
          <p:cNvSpPr txBox="1"/>
          <p:nvPr/>
        </p:nvSpPr>
        <p:spPr>
          <a:xfrm>
            <a:off x="6288750" y="2125496"/>
            <a:ext cx="27888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Raw outline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91022-5545-2CDC-DA7A-509B08F5FDBC}"/>
              </a:ext>
            </a:extLst>
          </p:cNvPr>
          <p:cNvSpPr txBox="1"/>
          <p:nvPr/>
        </p:nvSpPr>
        <p:spPr>
          <a:xfrm>
            <a:off x="20108756" y="2125496"/>
            <a:ext cx="41673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Processed outline</a:t>
            </a:r>
          </a:p>
        </p:txBody>
      </p:sp>
    </p:spTree>
    <p:extLst>
      <p:ext uri="{BB962C8B-B14F-4D97-AF65-F5344CB8AC3E}">
        <p14:creationId xmlns:p14="http://schemas.microsoft.com/office/powerpoint/2010/main" val="376037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5CCC2D-4E5B-B526-6366-1B61B734E50C}"/>
              </a:ext>
            </a:extLst>
          </p:cNvPr>
          <p:cNvSpPr/>
          <p:nvPr/>
        </p:nvSpPr>
        <p:spPr>
          <a:xfrm>
            <a:off x="824953" y="1086926"/>
            <a:ext cx="6318504" cy="14870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Topic (with optional context)</a:t>
            </a:r>
            <a:endParaRPr lang="en-US" sz="4200" dirty="0">
              <a:solidFill>
                <a:schemeClr val="tx1"/>
              </a:solidFill>
            </a:endParaRPr>
          </a:p>
          <a:p>
            <a:pPr algn="ctr"/>
            <a:r>
              <a:rPr lang="en-US" sz="3000" dirty="0">
                <a:solidFill>
                  <a:schemeClr val="tx1"/>
                </a:solidFill>
              </a:rPr>
              <a:t>(User provided)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4FC3A9-8CE1-543B-F8EE-6F85B90F0E1D}"/>
              </a:ext>
            </a:extLst>
          </p:cNvPr>
          <p:cNvSpPr/>
          <p:nvPr/>
        </p:nvSpPr>
        <p:spPr>
          <a:xfrm>
            <a:off x="826677" y="4001453"/>
            <a:ext cx="6315056" cy="14870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Outline</a:t>
            </a:r>
            <a:endParaRPr lang="en-US" sz="4200" dirty="0">
              <a:solidFill>
                <a:schemeClr val="tx1"/>
              </a:solidFill>
            </a:endParaRPr>
          </a:p>
          <a:p>
            <a:pPr algn="ctr"/>
            <a:r>
              <a:rPr lang="en-US" sz="3000" dirty="0">
                <a:solidFill>
                  <a:schemeClr val="tx1"/>
                </a:solidFill>
              </a:rPr>
              <a:t>(Generated by AI Or User Provided)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54AD47E4-BA62-2426-7B7B-7AA7AF1A5A04}"/>
              </a:ext>
            </a:extLst>
          </p:cNvPr>
          <p:cNvSpPr/>
          <p:nvPr/>
        </p:nvSpPr>
        <p:spPr>
          <a:xfrm>
            <a:off x="7437496" y="14001900"/>
            <a:ext cx="820807" cy="8038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68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2CAAD6-5FCE-DC17-A034-BB627AC7E2E3}"/>
              </a:ext>
            </a:extLst>
          </p:cNvPr>
          <p:cNvSpPr txBox="1"/>
          <p:nvPr/>
        </p:nvSpPr>
        <p:spPr>
          <a:xfrm>
            <a:off x="14188086" y="461383"/>
            <a:ext cx="93524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00" dirty="0"/>
              <a:t>Content Generation Architectures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967804-D456-C6C9-B685-A246EDFE549F}"/>
              </a:ext>
            </a:extLst>
          </p:cNvPr>
          <p:cNvSpPr/>
          <p:nvPr/>
        </p:nvSpPr>
        <p:spPr>
          <a:xfrm>
            <a:off x="8418987" y="441044"/>
            <a:ext cx="20408006" cy="1558435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68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4C0055D-AD76-8631-836F-AC3D5652B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554" y="4961530"/>
            <a:ext cx="3477857" cy="595179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015D0F9-0A98-378B-BBE0-59842162834D}"/>
              </a:ext>
            </a:extLst>
          </p:cNvPr>
          <p:cNvSpPr/>
          <p:nvPr/>
        </p:nvSpPr>
        <p:spPr>
          <a:xfrm>
            <a:off x="20694028" y="1662930"/>
            <a:ext cx="7527852" cy="3026664"/>
          </a:xfrm>
          <a:prstGeom prst="rect">
            <a:avLst/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solidFill>
              <a:schemeClr val="accent2">
                <a:lumMod val="20000"/>
                <a:lumOff val="80000"/>
                <a:alpha val="50196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8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9180A1-5D81-3413-D37D-CDD60BD46490}"/>
              </a:ext>
            </a:extLst>
          </p:cNvPr>
          <p:cNvSpPr/>
          <p:nvPr/>
        </p:nvSpPr>
        <p:spPr>
          <a:xfrm>
            <a:off x="16392232" y="1662930"/>
            <a:ext cx="3836028" cy="3028524"/>
          </a:xfrm>
          <a:prstGeom prst="rect">
            <a:avLst/>
          </a:prstGeom>
          <a:solidFill>
            <a:schemeClr val="accent5">
              <a:lumMod val="20000"/>
              <a:lumOff val="80000"/>
              <a:alpha val="50196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8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F0CEB64-F5B9-EF26-746E-7F527954E51F}"/>
              </a:ext>
            </a:extLst>
          </p:cNvPr>
          <p:cNvSpPr/>
          <p:nvPr/>
        </p:nvSpPr>
        <p:spPr>
          <a:xfrm>
            <a:off x="12209366" y="1662930"/>
            <a:ext cx="3836028" cy="3028524"/>
          </a:xfrm>
          <a:prstGeom prst="rect">
            <a:avLst/>
          </a:prstGeom>
          <a:solidFill>
            <a:schemeClr val="accent4">
              <a:lumMod val="20000"/>
              <a:lumOff val="80000"/>
              <a:alpha val="50196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8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9D0EDE-67E1-65F8-D2DF-777F63B11C9E}"/>
              </a:ext>
            </a:extLst>
          </p:cNvPr>
          <p:cNvSpPr/>
          <p:nvPr/>
        </p:nvSpPr>
        <p:spPr>
          <a:xfrm>
            <a:off x="8638531" y="1662930"/>
            <a:ext cx="3193903" cy="3028524"/>
          </a:xfrm>
          <a:prstGeom prst="rect">
            <a:avLst/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80" dirty="0">
              <a:solidFill>
                <a:schemeClr val="tx1"/>
              </a:solidFill>
            </a:endParaRP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26E265BF-2B70-114C-CA7F-3C6A69544F8E}"/>
              </a:ext>
            </a:extLst>
          </p:cNvPr>
          <p:cNvSpPr/>
          <p:nvPr/>
        </p:nvSpPr>
        <p:spPr>
          <a:xfrm rot="5400000">
            <a:off x="3573802" y="2885781"/>
            <a:ext cx="820807" cy="8038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68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9AA646-4F16-C10B-AFC6-8914DDE70B3E}"/>
              </a:ext>
            </a:extLst>
          </p:cNvPr>
          <p:cNvSpPr txBox="1"/>
          <p:nvPr/>
        </p:nvSpPr>
        <p:spPr>
          <a:xfrm>
            <a:off x="8638530" y="1818519"/>
            <a:ext cx="31939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Basic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812F75-F3A2-2B41-B621-153B55054152}"/>
              </a:ext>
            </a:extLst>
          </p:cNvPr>
          <p:cNvSpPr txBox="1"/>
          <p:nvPr/>
        </p:nvSpPr>
        <p:spPr>
          <a:xfrm>
            <a:off x="8638531" y="3240172"/>
            <a:ext cx="31939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Provides content from training data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B7D187-A2F9-DEE3-373D-1F566D4D7A2F}"/>
              </a:ext>
            </a:extLst>
          </p:cNvPr>
          <p:cNvSpPr txBox="1"/>
          <p:nvPr/>
        </p:nvSpPr>
        <p:spPr>
          <a:xfrm>
            <a:off x="12209367" y="1818519"/>
            <a:ext cx="38360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RAG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305E56-D50A-7F90-DA4B-846C3EC9E904}"/>
              </a:ext>
            </a:extLst>
          </p:cNvPr>
          <p:cNvSpPr txBox="1"/>
          <p:nvPr/>
        </p:nvSpPr>
        <p:spPr>
          <a:xfrm>
            <a:off x="12209366" y="3229703"/>
            <a:ext cx="383602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Provides content from uploaded documents.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DB38B3-117D-19BD-737F-860A9184C5A9}"/>
              </a:ext>
            </a:extLst>
          </p:cNvPr>
          <p:cNvSpPr txBox="1"/>
          <p:nvPr/>
        </p:nvSpPr>
        <p:spPr>
          <a:xfrm>
            <a:off x="16392233" y="1818519"/>
            <a:ext cx="38360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Literature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97B8B6-23ED-E4A5-232E-7938541CA229}"/>
              </a:ext>
            </a:extLst>
          </p:cNvPr>
          <p:cNvSpPr txBox="1"/>
          <p:nvPr/>
        </p:nvSpPr>
        <p:spPr>
          <a:xfrm>
            <a:off x="16392232" y="3211353"/>
            <a:ext cx="3836028" cy="142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Provides content from literature search (</a:t>
            </a:r>
            <a:r>
              <a:rPr lang="en-US" sz="2800" dirty="0" err="1"/>
              <a:t>pubmed</a:t>
            </a:r>
            <a:r>
              <a:rPr lang="en-US" sz="2800" dirty="0"/>
              <a:t>).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57E627-96AD-DFD4-E96F-1455C1645D20}"/>
              </a:ext>
            </a:extLst>
          </p:cNvPr>
          <p:cNvSpPr txBox="1"/>
          <p:nvPr/>
        </p:nvSpPr>
        <p:spPr>
          <a:xfrm>
            <a:off x="20699909" y="1818519"/>
            <a:ext cx="75219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RAG + Literature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8CB508-3EAD-33E6-6837-F4B5DFAC636C}"/>
              </a:ext>
            </a:extLst>
          </p:cNvPr>
          <p:cNvSpPr txBox="1"/>
          <p:nvPr/>
        </p:nvSpPr>
        <p:spPr>
          <a:xfrm>
            <a:off x="20720713" y="3227559"/>
            <a:ext cx="74419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Provides content from literature search (</a:t>
            </a:r>
            <a:r>
              <a:rPr lang="en-US" sz="2800" dirty="0" err="1"/>
              <a:t>pubmed</a:t>
            </a:r>
            <a:r>
              <a:rPr lang="en-US" sz="2800" dirty="0"/>
              <a:t>) and uploaded documents.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FF9DA12D-02A2-67CA-DAC4-18E251D2C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2770" y="4961530"/>
            <a:ext cx="4329220" cy="967915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287E46DB-C495-D118-9744-4468C9B41A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09989" y="4961530"/>
            <a:ext cx="4000514" cy="10570464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9A5A9464-A374-7E7B-D0C4-768812F99D76}"/>
              </a:ext>
            </a:extLst>
          </p:cNvPr>
          <p:cNvSpPr/>
          <p:nvPr/>
        </p:nvSpPr>
        <p:spPr>
          <a:xfrm>
            <a:off x="824953" y="6915980"/>
            <a:ext cx="6318504" cy="19518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Outline Processing</a:t>
            </a:r>
            <a:endParaRPr lang="en-US" sz="3000" dirty="0">
              <a:solidFill>
                <a:schemeClr val="tx1"/>
              </a:solidFill>
            </a:endParaRPr>
          </a:p>
          <a:p>
            <a:pPr algn="ctr"/>
            <a:r>
              <a:rPr lang="en-US" sz="3000" dirty="0">
                <a:solidFill>
                  <a:schemeClr val="tx1"/>
                </a:solidFill>
              </a:rPr>
              <a:t>(Breaks down outline to create a hierarchical structure of section headers)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5C1822E-B070-7570-0A68-9B174591ACB5}"/>
              </a:ext>
            </a:extLst>
          </p:cNvPr>
          <p:cNvSpPr/>
          <p:nvPr/>
        </p:nvSpPr>
        <p:spPr>
          <a:xfrm>
            <a:off x="826677" y="10295387"/>
            <a:ext cx="6315056" cy="19518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Detects next content tag</a:t>
            </a:r>
          </a:p>
          <a:p>
            <a:pPr algn="ctr"/>
            <a:r>
              <a:rPr lang="en-US" sz="3000" dirty="0">
                <a:solidFill>
                  <a:schemeClr val="tx1"/>
                </a:solidFill>
              </a:rPr>
              <a:t>(The place where AI would write the content)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E22C87-4119-0C2F-33E7-83388411FBD7}"/>
              </a:ext>
            </a:extLst>
          </p:cNvPr>
          <p:cNvSpPr/>
          <p:nvPr/>
        </p:nvSpPr>
        <p:spPr>
          <a:xfrm>
            <a:off x="826677" y="13674790"/>
            <a:ext cx="6315056" cy="14870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Gathers content section header and previous content</a:t>
            </a:r>
          </a:p>
        </p:txBody>
      </p:sp>
      <p:sp>
        <p:nvSpPr>
          <p:cNvPr id="45" name="Right Arrow 44">
            <a:extLst>
              <a:ext uri="{FF2B5EF4-FFF2-40B4-BE49-F238E27FC236}">
                <a16:creationId xmlns:a16="http://schemas.microsoft.com/office/drawing/2014/main" id="{30E76013-155C-0D17-AF23-3E13F2899F48}"/>
              </a:ext>
            </a:extLst>
          </p:cNvPr>
          <p:cNvSpPr/>
          <p:nvPr/>
        </p:nvSpPr>
        <p:spPr>
          <a:xfrm rot="5400000">
            <a:off x="3573802" y="5800308"/>
            <a:ext cx="820807" cy="8038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68">
              <a:solidFill>
                <a:schemeClr val="tx1"/>
              </a:solidFill>
            </a:endParaRPr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595504F0-9677-CEE6-37BD-E7A71328255C}"/>
              </a:ext>
            </a:extLst>
          </p:cNvPr>
          <p:cNvSpPr/>
          <p:nvPr/>
        </p:nvSpPr>
        <p:spPr>
          <a:xfrm rot="5400000">
            <a:off x="3573802" y="9179715"/>
            <a:ext cx="820807" cy="8038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68">
              <a:solidFill>
                <a:schemeClr val="tx1"/>
              </a:solidFill>
            </a:endParaRPr>
          </a:p>
        </p:txBody>
      </p:sp>
      <p:sp>
        <p:nvSpPr>
          <p:cNvPr id="47" name="Right Arrow 46">
            <a:extLst>
              <a:ext uri="{FF2B5EF4-FFF2-40B4-BE49-F238E27FC236}">
                <a16:creationId xmlns:a16="http://schemas.microsoft.com/office/drawing/2014/main" id="{81767445-A336-3FBD-C99E-034BF797E916}"/>
              </a:ext>
            </a:extLst>
          </p:cNvPr>
          <p:cNvSpPr/>
          <p:nvPr/>
        </p:nvSpPr>
        <p:spPr>
          <a:xfrm rot="5400000">
            <a:off x="3573802" y="12559121"/>
            <a:ext cx="820807" cy="8038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68">
              <a:solidFill>
                <a:schemeClr val="tx1"/>
              </a:solidFill>
            </a:endParaRPr>
          </a:p>
        </p:txBody>
      </p:sp>
      <p:sp>
        <p:nvSpPr>
          <p:cNvPr id="49" name="Right Arrow 48">
            <a:extLst>
              <a:ext uri="{FF2B5EF4-FFF2-40B4-BE49-F238E27FC236}">
                <a16:creationId xmlns:a16="http://schemas.microsoft.com/office/drawing/2014/main" id="{8D346BC7-C3DE-AB11-5E9E-CA33D6A92D41}"/>
              </a:ext>
            </a:extLst>
          </p:cNvPr>
          <p:cNvSpPr/>
          <p:nvPr/>
        </p:nvSpPr>
        <p:spPr>
          <a:xfrm rot="10800000">
            <a:off x="7412096" y="10852300"/>
            <a:ext cx="820807" cy="8038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68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39D6F59-0934-E9B2-4EA3-885E1EE83DE9}"/>
              </a:ext>
            </a:extLst>
          </p:cNvPr>
          <p:cNvSpPr/>
          <p:nvPr/>
        </p:nvSpPr>
        <p:spPr>
          <a:xfrm>
            <a:off x="689548" y="284812"/>
            <a:ext cx="28286439" cy="159045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8F28117-67A9-6401-1723-3CAA8902FF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18248" y="4961530"/>
            <a:ext cx="8153004" cy="10570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172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60120676-C8A7-FAB4-49E2-64D8026AB824}"/>
              </a:ext>
            </a:extLst>
          </p:cNvPr>
          <p:cNvSpPr>
            <a:spLocks/>
          </p:cNvSpPr>
          <p:nvPr/>
        </p:nvSpPr>
        <p:spPr>
          <a:xfrm>
            <a:off x="6141857" y="2389238"/>
            <a:ext cx="14630400" cy="9483213"/>
          </a:xfrm>
          <a:prstGeom prst="ellipse">
            <a:avLst/>
          </a:prstGeom>
          <a:solidFill>
            <a:schemeClr val="accent2">
              <a:lumMod val="20000"/>
              <a:lumOff val="80000"/>
              <a:alpha val="4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63C0651A-5915-665E-EA3C-436AE7CD3275}"/>
              </a:ext>
            </a:extLst>
          </p:cNvPr>
          <p:cNvSpPr txBox="1"/>
          <p:nvPr/>
        </p:nvSpPr>
        <p:spPr>
          <a:xfrm>
            <a:off x="5610913" y="2094271"/>
            <a:ext cx="15523526" cy="10132141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5474047"/>
              </a:avLst>
            </a:prstTxWarp>
            <a:spAutoFit/>
          </a:bodyPr>
          <a:lstStyle/>
          <a:p>
            <a:r>
              <a:rPr lang="en-US" sz="5000" dirty="0"/>
              <a:t>                                                 A  I     P  R  O  C  E  S  S  I  N  G                                                                                             W  E  B    D  E  V  E  L  O  P  M  E  N  T</a:t>
            </a:r>
          </a:p>
        </p:txBody>
      </p:sp>
      <p:sp>
        <p:nvSpPr>
          <p:cNvPr id="1037" name="Freeform 1036">
            <a:extLst>
              <a:ext uri="{FF2B5EF4-FFF2-40B4-BE49-F238E27FC236}">
                <a16:creationId xmlns:a16="http://schemas.microsoft.com/office/drawing/2014/main" id="{C5B34ACA-D2AA-0A2F-F3C0-DDA0BE1C50CF}"/>
              </a:ext>
            </a:extLst>
          </p:cNvPr>
          <p:cNvSpPr/>
          <p:nvPr/>
        </p:nvSpPr>
        <p:spPr>
          <a:xfrm>
            <a:off x="6135329" y="2403987"/>
            <a:ext cx="8922774" cy="9483213"/>
          </a:xfrm>
          <a:custGeom>
            <a:avLst/>
            <a:gdLst>
              <a:gd name="connsiteX0" fmla="*/ 2713703 w 8922774"/>
              <a:gd name="connsiteY0" fmla="*/ 1032387 h 9483213"/>
              <a:gd name="connsiteX1" fmla="*/ 3097161 w 8922774"/>
              <a:gd name="connsiteY1" fmla="*/ 840658 h 9483213"/>
              <a:gd name="connsiteX2" fmla="*/ 3657600 w 8922774"/>
              <a:gd name="connsiteY2" fmla="*/ 619432 h 9483213"/>
              <a:gd name="connsiteX3" fmla="*/ 4203290 w 8922774"/>
              <a:gd name="connsiteY3" fmla="*/ 442452 h 9483213"/>
              <a:gd name="connsiteX4" fmla="*/ 4881716 w 8922774"/>
              <a:gd name="connsiteY4" fmla="*/ 250723 h 9483213"/>
              <a:gd name="connsiteX5" fmla="*/ 5501148 w 8922774"/>
              <a:gd name="connsiteY5" fmla="*/ 132736 h 9483213"/>
              <a:gd name="connsiteX6" fmla="*/ 6046839 w 8922774"/>
              <a:gd name="connsiteY6" fmla="*/ 58994 h 9483213"/>
              <a:gd name="connsiteX7" fmla="*/ 6607277 w 8922774"/>
              <a:gd name="connsiteY7" fmla="*/ 14748 h 9483213"/>
              <a:gd name="connsiteX8" fmla="*/ 7034981 w 8922774"/>
              <a:gd name="connsiteY8" fmla="*/ 0 h 9483213"/>
              <a:gd name="connsiteX9" fmla="*/ 7344697 w 8922774"/>
              <a:gd name="connsiteY9" fmla="*/ 0 h 9483213"/>
              <a:gd name="connsiteX10" fmla="*/ 8922774 w 8922774"/>
              <a:gd name="connsiteY10" fmla="*/ 1415845 h 9483213"/>
              <a:gd name="connsiteX11" fmla="*/ 7197213 w 8922774"/>
              <a:gd name="connsiteY11" fmla="*/ 2861187 h 9483213"/>
              <a:gd name="connsiteX12" fmla="*/ 7020232 w 8922774"/>
              <a:gd name="connsiteY12" fmla="*/ 2861187 h 9483213"/>
              <a:gd name="connsiteX13" fmla="*/ 6769510 w 8922774"/>
              <a:gd name="connsiteY13" fmla="*/ 2875936 h 9483213"/>
              <a:gd name="connsiteX14" fmla="*/ 6533536 w 8922774"/>
              <a:gd name="connsiteY14" fmla="*/ 2934929 h 9483213"/>
              <a:gd name="connsiteX15" fmla="*/ 6297561 w 8922774"/>
              <a:gd name="connsiteY15" fmla="*/ 2979174 h 9483213"/>
              <a:gd name="connsiteX16" fmla="*/ 6046839 w 8922774"/>
              <a:gd name="connsiteY16" fmla="*/ 3067665 h 9483213"/>
              <a:gd name="connsiteX17" fmla="*/ 5722374 w 8922774"/>
              <a:gd name="connsiteY17" fmla="*/ 3215148 h 9483213"/>
              <a:gd name="connsiteX18" fmla="*/ 5456903 w 8922774"/>
              <a:gd name="connsiteY18" fmla="*/ 3362632 h 9483213"/>
              <a:gd name="connsiteX19" fmla="*/ 5220929 w 8922774"/>
              <a:gd name="connsiteY19" fmla="*/ 3569110 h 9483213"/>
              <a:gd name="connsiteX20" fmla="*/ 4999703 w 8922774"/>
              <a:gd name="connsiteY20" fmla="*/ 3805084 h 9483213"/>
              <a:gd name="connsiteX21" fmla="*/ 4778477 w 8922774"/>
              <a:gd name="connsiteY21" fmla="*/ 4129548 h 9483213"/>
              <a:gd name="connsiteX22" fmla="*/ 4660490 w 8922774"/>
              <a:gd name="connsiteY22" fmla="*/ 4483510 h 9483213"/>
              <a:gd name="connsiteX23" fmla="*/ 4645742 w 8922774"/>
              <a:gd name="connsiteY23" fmla="*/ 4911213 h 9483213"/>
              <a:gd name="connsiteX24" fmla="*/ 4719484 w 8922774"/>
              <a:gd name="connsiteY24" fmla="*/ 5294671 h 9483213"/>
              <a:gd name="connsiteX25" fmla="*/ 4793226 w 8922774"/>
              <a:gd name="connsiteY25" fmla="*/ 5427407 h 9483213"/>
              <a:gd name="connsiteX26" fmla="*/ 4970206 w 8922774"/>
              <a:gd name="connsiteY26" fmla="*/ 5722374 h 9483213"/>
              <a:gd name="connsiteX27" fmla="*/ 5279923 w 8922774"/>
              <a:gd name="connsiteY27" fmla="*/ 6061587 h 9483213"/>
              <a:gd name="connsiteX28" fmla="*/ 5648632 w 8922774"/>
              <a:gd name="connsiteY28" fmla="*/ 6297561 h 9483213"/>
              <a:gd name="connsiteX29" fmla="*/ 6150077 w 8922774"/>
              <a:gd name="connsiteY29" fmla="*/ 6533536 h 9483213"/>
              <a:gd name="connsiteX30" fmla="*/ 6518787 w 8922774"/>
              <a:gd name="connsiteY30" fmla="*/ 6622026 h 9483213"/>
              <a:gd name="connsiteX31" fmla="*/ 6902245 w 8922774"/>
              <a:gd name="connsiteY31" fmla="*/ 6710516 h 9483213"/>
              <a:gd name="connsiteX32" fmla="*/ 7182465 w 8922774"/>
              <a:gd name="connsiteY32" fmla="*/ 6695768 h 9483213"/>
              <a:gd name="connsiteX33" fmla="*/ 5707626 w 8922774"/>
              <a:gd name="connsiteY33" fmla="*/ 7978878 h 9483213"/>
              <a:gd name="connsiteX34" fmla="*/ 7315200 w 8922774"/>
              <a:gd name="connsiteY34" fmla="*/ 9483213 h 9483213"/>
              <a:gd name="connsiteX35" fmla="*/ 6061587 w 8922774"/>
              <a:gd name="connsiteY35" fmla="*/ 9409471 h 9483213"/>
              <a:gd name="connsiteX36" fmla="*/ 4572000 w 8922774"/>
              <a:gd name="connsiteY36" fmla="*/ 9144000 h 9483213"/>
              <a:gd name="connsiteX37" fmla="*/ 3156155 w 8922774"/>
              <a:gd name="connsiteY37" fmla="*/ 8642555 h 9483213"/>
              <a:gd name="connsiteX38" fmla="*/ 1932039 w 8922774"/>
              <a:gd name="connsiteY38" fmla="*/ 7964129 h 9483213"/>
              <a:gd name="connsiteX39" fmla="*/ 1061884 w 8922774"/>
              <a:gd name="connsiteY39" fmla="*/ 7226710 h 9483213"/>
              <a:gd name="connsiteX40" fmla="*/ 530942 w 8922774"/>
              <a:gd name="connsiteY40" fmla="*/ 6533536 h 9483213"/>
              <a:gd name="connsiteX41" fmla="*/ 162232 w 8922774"/>
              <a:gd name="connsiteY41" fmla="*/ 5751871 h 9483213"/>
              <a:gd name="connsiteX42" fmla="*/ 0 w 8922774"/>
              <a:gd name="connsiteY42" fmla="*/ 4984955 h 9483213"/>
              <a:gd name="connsiteX43" fmla="*/ 29497 w 8922774"/>
              <a:gd name="connsiteY43" fmla="*/ 4100052 h 9483213"/>
              <a:gd name="connsiteX44" fmla="*/ 294968 w 8922774"/>
              <a:gd name="connsiteY44" fmla="*/ 3347884 h 9483213"/>
              <a:gd name="connsiteX45" fmla="*/ 648929 w 8922774"/>
              <a:gd name="connsiteY45" fmla="*/ 2728452 h 9483213"/>
              <a:gd name="connsiteX46" fmla="*/ 1165123 w 8922774"/>
              <a:gd name="connsiteY46" fmla="*/ 2138516 h 9483213"/>
              <a:gd name="connsiteX47" fmla="*/ 1681316 w 8922774"/>
              <a:gd name="connsiteY47" fmla="*/ 1681316 h 9483213"/>
              <a:gd name="connsiteX48" fmla="*/ 2286000 w 8922774"/>
              <a:gd name="connsiteY48" fmla="*/ 1268361 h 9483213"/>
              <a:gd name="connsiteX49" fmla="*/ 2875936 w 8922774"/>
              <a:gd name="connsiteY49" fmla="*/ 943897 h 9483213"/>
              <a:gd name="connsiteX50" fmla="*/ 3687097 w 8922774"/>
              <a:gd name="connsiteY50" fmla="*/ 604684 h 9483213"/>
              <a:gd name="connsiteX51" fmla="*/ 4572000 w 8922774"/>
              <a:gd name="connsiteY51" fmla="*/ 324465 h 9483213"/>
              <a:gd name="connsiteX52" fmla="*/ 5442155 w 8922774"/>
              <a:gd name="connsiteY52" fmla="*/ 132736 h 9483213"/>
              <a:gd name="connsiteX53" fmla="*/ 6002594 w 8922774"/>
              <a:gd name="connsiteY53" fmla="*/ 58994 h 9483213"/>
              <a:gd name="connsiteX54" fmla="*/ 6533536 w 8922774"/>
              <a:gd name="connsiteY54" fmla="*/ 14748 h 9483213"/>
              <a:gd name="connsiteX55" fmla="*/ 6946490 w 8922774"/>
              <a:gd name="connsiteY55" fmla="*/ 14748 h 9483213"/>
              <a:gd name="connsiteX56" fmla="*/ 7300452 w 8922774"/>
              <a:gd name="connsiteY56" fmla="*/ 0 h 9483213"/>
              <a:gd name="connsiteX0" fmla="*/ 2713703 w 8922774"/>
              <a:gd name="connsiteY0" fmla="*/ 1032387 h 9483213"/>
              <a:gd name="connsiteX1" fmla="*/ 3097161 w 8922774"/>
              <a:gd name="connsiteY1" fmla="*/ 840658 h 9483213"/>
              <a:gd name="connsiteX2" fmla="*/ 3657600 w 8922774"/>
              <a:gd name="connsiteY2" fmla="*/ 619432 h 9483213"/>
              <a:gd name="connsiteX3" fmla="*/ 4881716 w 8922774"/>
              <a:gd name="connsiteY3" fmla="*/ 250723 h 9483213"/>
              <a:gd name="connsiteX4" fmla="*/ 5501148 w 8922774"/>
              <a:gd name="connsiteY4" fmla="*/ 132736 h 9483213"/>
              <a:gd name="connsiteX5" fmla="*/ 6046839 w 8922774"/>
              <a:gd name="connsiteY5" fmla="*/ 58994 h 9483213"/>
              <a:gd name="connsiteX6" fmla="*/ 6607277 w 8922774"/>
              <a:gd name="connsiteY6" fmla="*/ 14748 h 9483213"/>
              <a:gd name="connsiteX7" fmla="*/ 7034981 w 8922774"/>
              <a:gd name="connsiteY7" fmla="*/ 0 h 9483213"/>
              <a:gd name="connsiteX8" fmla="*/ 7344697 w 8922774"/>
              <a:gd name="connsiteY8" fmla="*/ 0 h 9483213"/>
              <a:gd name="connsiteX9" fmla="*/ 8922774 w 8922774"/>
              <a:gd name="connsiteY9" fmla="*/ 1415845 h 9483213"/>
              <a:gd name="connsiteX10" fmla="*/ 7197213 w 8922774"/>
              <a:gd name="connsiteY10" fmla="*/ 2861187 h 9483213"/>
              <a:gd name="connsiteX11" fmla="*/ 7020232 w 8922774"/>
              <a:gd name="connsiteY11" fmla="*/ 2861187 h 9483213"/>
              <a:gd name="connsiteX12" fmla="*/ 6769510 w 8922774"/>
              <a:gd name="connsiteY12" fmla="*/ 2875936 h 9483213"/>
              <a:gd name="connsiteX13" fmla="*/ 6533536 w 8922774"/>
              <a:gd name="connsiteY13" fmla="*/ 2934929 h 9483213"/>
              <a:gd name="connsiteX14" fmla="*/ 6297561 w 8922774"/>
              <a:gd name="connsiteY14" fmla="*/ 2979174 h 9483213"/>
              <a:gd name="connsiteX15" fmla="*/ 6046839 w 8922774"/>
              <a:gd name="connsiteY15" fmla="*/ 3067665 h 9483213"/>
              <a:gd name="connsiteX16" fmla="*/ 5722374 w 8922774"/>
              <a:gd name="connsiteY16" fmla="*/ 3215148 h 9483213"/>
              <a:gd name="connsiteX17" fmla="*/ 5456903 w 8922774"/>
              <a:gd name="connsiteY17" fmla="*/ 3362632 h 9483213"/>
              <a:gd name="connsiteX18" fmla="*/ 5220929 w 8922774"/>
              <a:gd name="connsiteY18" fmla="*/ 3569110 h 9483213"/>
              <a:gd name="connsiteX19" fmla="*/ 4999703 w 8922774"/>
              <a:gd name="connsiteY19" fmla="*/ 3805084 h 9483213"/>
              <a:gd name="connsiteX20" fmla="*/ 4778477 w 8922774"/>
              <a:gd name="connsiteY20" fmla="*/ 4129548 h 9483213"/>
              <a:gd name="connsiteX21" fmla="*/ 4660490 w 8922774"/>
              <a:gd name="connsiteY21" fmla="*/ 4483510 h 9483213"/>
              <a:gd name="connsiteX22" fmla="*/ 4645742 w 8922774"/>
              <a:gd name="connsiteY22" fmla="*/ 4911213 h 9483213"/>
              <a:gd name="connsiteX23" fmla="*/ 4719484 w 8922774"/>
              <a:gd name="connsiteY23" fmla="*/ 5294671 h 9483213"/>
              <a:gd name="connsiteX24" fmla="*/ 4793226 w 8922774"/>
              <a:gd name="connsiteY24" fmla="*/ 5427407 h 9483213"/>
              <a:gd name="connsiteX25" fmla="*/ 4970206 w 8922774"/>
              <a:gd name="connsiteY25" fmla="*/ 5722374 h 9483213"/>
              <a:gd name="connsiteX26" fmla="*/ 5279923 w 8922774"/>
              <a:gd name="connsiteY26" fmla="*/ 6061587 h 9483213"/>
              <a:gd name="connsiteX27" fmla="*/ 5648632 w 8922774"/>
              <a:gd name="connsiteY27" fmla="*/ 6297561 h 9483213"/>
              <a:gd name="connsiteX28" fmla="*/ 6150077 w 8922774"/>
              <a:gd name="connsiteY28" fmla="*/ 6533536 h 9483213"/>
              <a:gd name="connsiteX29" fmla="*/ 6518787 w 8922774"/>
              <a:gd name="connsiteY29" fmla="*/ 6622026 h 9483213"/>
              <a:gd name="connsiteX30" fmla="*/ 6902245 w 8922774"/>
              <a:gd name="connsiteY30" fmla="*/ 6710516 h 9483213"/>
              <a:gd name="connsiteX31" fmla="*/ 7182465 w 8922774"/>
              <a:gd name="connsiteY31" fmla="*/ 6695768 h 9483213"/>
              <a:gd name="connsiteX32" fmla="*/ 5707626 w 8922774"/>
              <a:gd name="connsiteY32" fmla="*/ 7978878 h 9483213"/>
              <a:gd name="connsiteX33" fmla="*/ 7315200 w 8922774"/>
              <a:gd name="connsiteY33" fmla="*/ 9483213 h 9483213"/>
              <a:gd name="connsiteX34" fmla="*/ 6061587 w 8922774"/>
              <a:gd name="connsiteY34" fmla="*/ 9409471 h 9483213"/>
              <a:gd name="connsiteX35" fmla="*/ 4572000 w 8922774"/>
              <a:gd name="connsiteY35" fmla="*/ 9144000 h 9483213"/>
              <a:gd name="connsiteX36" fmla="*/ 3156155 w 8922774"/>
              <a:gd name="connsiteY36" fmla="*/ 8642555 h 9483213"/>
              <a:gd name="connsiteX37" fmla="*/ 1932039 w 8922774"/>
              <a:gd name="connsiteY37" fmla="*/ 7964129 h 9483213"/>
              <a:gd name="connsiteX38" fmla="*/ 1061884 w 8922774"/>
              <a:gd name="connsiteY38" fmla="*/ 7226710 h 9483213"/>
              <a:gd name="connsiteX39" fmla="*/ 530942 w 8922774"/>
              <a:gd name="connsiteY39" fmla="*/ 6533536 h 9483213"/>
              <a:gd name="connsiteX40" fmla="*/ 162232 w 8922774"/>
              <a:gd name="connsiteY40" fmla="*/ 5751871 h 9483213"/>
              <a:gd name="connsiteX41" fmla="*/ 0 w 8922774"/>
              <a:gd name="connsiteY41" fmla="*/ 4984955 h 9483213"/>
              <a:gd name="connsiteX42" fmla="*/ 29497 w 8922774"/>
              <a:gd name="connsiteY42" fmla="*/ 4100052 h 9483213"/>
              <a:gd name="connsiteX43" fmla="*/ 294968 w 8922774"/>
              <a:gd name="connsiteY43" fmla="*/ 3347884 h 9483213"/>
              <a:gd name="connsiteX44" fmla="*/ 648929 w 8922774"/>
              <a:gd name="connsiteY44" fmla="*/ 2728452 h 9483213"/>
              <a:gd name="connsiteX45" fmla="*/ 1165123 w 8922774"/>
              <a:gd name="connsiteY45" fmla="*/ 2138516 h 9483213"/>
              <a:gd name="connsiteX46" fmla="*/ 1681316 w 8922774"/>
              <a:gd name="connsiteY46" fmla="*/ 1681316 h 9483213"/>
              <a:gd name="connsiteX47" fmla="*/ 2286000 w 8922774"/>
              <a:gd name="connsiteY47" fmla="*/ 1268361 h 9483213"/>
              <a:gd name="connsiteX48" fmla="*/ 2875936 w 8922774"/>
              <a:gd name="connsiteY48" fmla="*/ 943897 h 9483213"/>
              <a:gd name="connsiteX49" fmla="*/ 3687097 w 8922774"/>
              <a:gd name="connsiteY49" fmla="*/ 604684 h 9483213"/>
              <a:gd name="connsiteX50" fmla="*/ 4572000 w 8922774"/>
              <a:gd name="connsiteY50" fmla="*/ 324465 h 9483213"/>
              <a:gd name="connsiteX51" fmla="*/ 5442155 w 8922774"/>
              <a:gd name="connsiteY51" fmla="*/ 132736 h 9483213"/>
              <a:gd name="connsiteX52" fmla="*/ 6002594 w 8922774"/>
              <a:gd name="connsiteY52" fmla="*/ 58994 h 9483213"/>
              <a:gd name="connsiteX53" fmla="*/ 6533536 w 8922774"/>
              <a:gd name="connsiteY53" fmla="*/ 14748 h 9483213"/>
              <a:gd name="connsiteX54" fmla="*/ 6946490 w 8922774"/>
              <a:gd name="connsiteY54" fmla="*/ 14748 h 9483213"/>
              <a:gd name="connsiteX55" fmla="*/ 7300452 w 8922774"/>
              <a:gd name="connsiteY55" fmla="*/ 0 h 9483213"/>
              <a:gd name="connsiteX0" fmla="*/ 2713703 w 8922774"/>
              <a:gd name="connsiteY0" fmla="*/ 1032387 h 9483213"/>
              <a:gd name="connsiteX1" fmla="*/ 3097161 w 8922774"/>
              <a:gd name="connsiteY1" fmla="*/ 840658 h 9483213"/>
              <a:gd name="connsiteX2" fmla="*/ 3657600 w 8922774"/>
              <a:gd name="connsiteY2" fmla="*/ 619432 h 9483213"/>
              <a:gd name="connsiteX3" fmla="*/ 4881716 w 8922774"/>
              <a:gd name="connsiteY3" fmla="*/ 250723 h 9483213"/>
              <a:gd name="connsiteX4" fmla="*/ 5501148 w 8922774"/>
              <a:gd name="connsiteY4" fmla="*/ 132736 h 9483213"/>
              <a:gd name="connsiteX5" fmla="*/ 6046839 w 8922774"/>
              <a:gd name="connsiteY5" fmla="*/ 58994 h 9483213"/>
              <a:gd name="connsiteX6" fmla="*/ 6607277 w 8922774"/>
              <a:gd name="connsiteY6" fmla="*/ 14748 h 9483213"/>
              <a:gd name="connsiteX7" fmla="*/ 7034981 w 8922774"/>
              <a:gd name="connsiteY7" fmla="*/ 0 h 9483213"/>
              <a:gd name="connsiteX8" fmla="*/ 7344697 w 8922774"/>
              <a:gd name="connsiteY8" fmla="*/ 0 h 9483213"/>
              <a:gd name="connsiteX9" fmla="*/ 8922774 w 8922774"/>
              <a:gd name="connsiteY9" fmla="*/ 1415845 h 9483213"/>
              <a:gd name="connsiteX10" fmla="*/ 7197213 w 8922774"/>
              <a:gd name="connsiteY10" fmla="*/ 2861187 h 9483213"/>
              <a:gd name="connsiteX11" fmla="*/ 7020232 w 8922774"/>
              <a:gd name="connsiteY11" fmla="*/ 2861187 h 9483213"/>
              <a:gd name="connsiteX12" fmla="*/ 6769510 w 8922774"/>
              <a:gd name="connsiteY12" fmla="*/ 2875936 h 9483213"/>
              <a:gd name="connsiteX13" fmla="*/ 6533536 w 8922774"/>
              <a:gd name="connsiteY13" fmla="*/ 2934929 h 9483213"/>
              <a:gd name="connsiteX14" fmla="*/ 6297561 w 8922774"/>
              <a:gd name="connsiteY14" fmla="*/ 2979174 h 9483213"/>
              <a:gd name="connsiteX15" fmla="*/ 6046839 w 8922774"/>
              <a:gd name="connsiteY15" fmla="*/ 3067665 h 9483213"/>
              <a:gd name="connsiteX16" fmla="*/ 5722374 w 8922774"/>
              <a:gd name="connsiteY16" fmla="*/ 3215148 h 9483213"/>
              <a:gd name="connsiteX17" fmla="*/ 5456903 w 8922774"/>
              <a:gd name="connsiteY17" fmla="*/ 3362632 h 9483213"/>
              <a:gd name="connsiteX18" fmla="*/ 5220929 w 8922774"/>
              <a:gd name="connsiteY18" fmla="*/ 3569110 h 9483213"/>
              <a:gd name="connsiteX19" fmla="*/ 4999703 w 8922774"/>
              <a:gd name="connsiteY19" fmla="*/ 3805084 h 9483213"/>
              <a:gd name="connsiteX20" fmla="*/ 4778477 w 8922774"/>
              <a:gd name="connsiteY20" fmla="*/ 4129548 h 9483213"/>
              <a:gd name="connsiteX21" fmla="*/ 4660490 w 8922774"/>
              <a:gd name="connsiteY21" fmla="*/ 4483510 h 9483213"/>
              <a:gd name="connsiteX22" fmla="*/ 4645742 w 8922774"/>
              <a:gd name="connsiteY22" fmla="*/ 4911213 h 9483213"/>
              <a:gd name="connsiteX23" fmla="*/ 4719484 w 8922774"/>
              <a:gd name="connsiteY23" fmla="*/ 5294671 h 9483213"/>
              <a:gd name="connsiteX24" fmla="*/ 4793226 w 8922774"/>
              <a:gd name="connsiteY24" fmla="*/ 5427407 h 9483213"/>
              <a:gd name="connsiteX25" fmla="*/ 4970206 w 8922774"/>
              <a:gd name="connsiteY25" fmla="*/ 5722374 h 9483213"/>
              <a:gd name="connsiteX26" fmla="*/ 5279923 w 8922774"/>
              <a:gd name="connsiteY26" fmla="*/ 6061587 h 9483213"/>
              <a:gd name="connsiteX27" fmla="*/ 5648632 w 8922774"/>
              <a:gd name="connsiteY27" fmla="*/ 6297561 h 9483213"/>
              <a:gd name="connsiteX28" fmla="*/ 6150077 w 8922774"/>
              <a:gd name="connsiteY28" fmla="*/ 6533536 h 9483213"/>
              <a:gd name="connsiteX29" fmla="*/ 6518787 w 8922774"/>
              <a:gd name="connsiteY29" fmla="*/ 6622026 h 9483213"/>
              <a:gd name="connsiteX30" fmla="*/ 6902245 w 8922774"/>
              <a:gd name="connsiteY30" fmla="*/ 6710516 h 9483213"/>
              <a:gd name="connsiteX31" fmla="*/ 7182465 w 8922774"/>
              <a:gd name="connsiteY31" fmla="*/ 6695768 h 9483213"/>
              <a:gd name="connsiteX32" fmla="*/ 5707626 w 8922774"/>
              <a:gd name="connsiteY32" fmla="*/ 7978878 h 9483213"/>
              <a:gd name="connsiteX33" fmla="*/ 7315200 w 8922774"/>
              <a:gd name="connsiteY33" fmla="*/ 9483213 h 9483213"/>
              <a:gd name="connsiteX34" fmla="*/ 6061587 w 8922774"/>
              <a:gd name="connsiteY34" fmla="*/ 9409471 h 9483213"/>
              <a:gd name="connsiteX35" fmla="*/ 4572000 w 8922774"/>
              <a:gd name="connsiteY35" fmla="*/ 9144000 h 9483213"/>
              <a:gd name="connsiteX36" fmla="*/ 3156155 w 8922774"/>
              <a:gd name="connsiteY36" fmla="*/ 8642555 h 9483213"/>
              <a:gd name="connsiteX37" fmla="*/ 1932039 w 8922774"/>
              <a:gd name="connsiteY37" fmla="*/ 7964129 h 9483213"/>
              <a:gd name="connsiteX38" fmla="*/ 1061884 w 8922774"/>
              <a:gd name="connsiteY38" fmla="*/ 7226710 h 9483213"/>
              <a:gd name="connsiteX39" fmla="*/ 530942 w 8922774"/>
              <a:gd name="connsiteY39" fmla="*/ 6533536 h 9483213"/>
              <a:gd name="connsiteX40" fmla="*/ 162232 w 8922774"/>
              <a:gd name="connsiteY40" fmla="*/ 5751871 h 9483213"/>
              <a:gd name="connsiteX41" fmla="*/ 0 w 8922774"/>
              <a:gd name="connsiteY41" fmla="*/ 4984955 h 9483213"/>
              <a:gd name="connsiteX42" fmla="*/ 29497 w 8922774"/>
              <a:gd name="connsiteY42" fmla="*/ 4100052 h 9483213"/>
              <a:gd name="connsiteX43" fmla="*/ 294968 w 8922774"/>
              <a:gd name="connsiteY43" fmla="*/ 3347884 h 9483213"/>
              <a:gd name="connsiteX44" fmla="*/ 648929 w 8922774"/>
              <a:gd name="connsiteY44" fmla="*/ 2728452 h 9483213"/>
              <a:gd name="connsiteX45" fmla="*/ 1165123 w 8922774"/>
              <a:gd name="connsiteY45" fmla="*/ 2138516 h 9483213"/>
              <a:gd name="connsiteX46" fmla="*/ 1681316 w 8922774"/>
              <a:gd name="connsiteY46" fmla="*/ 1681316 h 9483213"/>
              <a:gd name="connsiteX47" fmla="*/ 2286000 w 8922774"/>
              <a:gd name="connsiteY47" fmla="*/ 1268361 h 9483213"/>
              <a:gd name="connsiteX48" fmla="*/ 2875936 w 8922774"/>
              <a:gd name="connsiteY48" fmla="*/ 943897 h 9483213"/>
              <a:gd name="connsiteX49" fmla="*/ 3687097 w 8922774"/>
              <a:gd name="connsiteY49" fmla="*/ 604684 h 9483213"/>
              <a:gd name="connsiteX50" fmla="*/ 5442155 w 8922774"/>
              <a:gd name="connsiteY50" fmla="*/ 132736 h 9483213"/>
              <a:gd name="connsiteX51" fmla="*/ 6002594 w 8922774"/>
              <a:gd name="connsiteY51" fmla="*/ 58994 h 9483213"/>
              <a:gd name="connsiteX52" fmla="*/ 6533536 w 8922774"/>
              <a:gd name="connsiteY52" fmla="*/ 14748 h 9483213"/>
              <a:gd name="connsiteX53" fmla="*/ 6946490 w 8922774"/>
              <a:gd name="connsiteY53" fmla="*/ 14748 h 9483213"/>
              <a:gd name="connsiteX54" fmla="*/ 7300452 w 8922774"/>
              <a:gd name="connsiteY54" fmla="*/ 0 h 9483213"/>
              <a:gd name="connsiteX0" fmla="*/ 2713703 w 8922774"/>
              <a:gd name="connsiteY0" fmla="*/ 1032387 h 9483213"/>
              <a:gd name="connsiteX1" fmla="*/ 3097161 w 8922774"/>
              <a:gd name="connsiteY1" fmla="*/ 840658 h 9483213"/>
              <a:gd name="connsiteX2" fmla="*/ 3657600 w 8922774"/>
              <a:gd name="connsiteY2" fmla="*/ 619432 h 9483213"/>
              <a:gd name="connsiteX3" fmla="*/ 5501148 w 8922774"/>
              <a:gd name="connsiteY3" fmla="*/ 132736 h 9483213"/>
              <a:gd name="connsiteX4" fmla="*/ 6046839 w 8922774"/>
              <a:gd name="connsiteY4" fmla="*/ 58994 h 9483213"/>
              <a:gd name="connsiteX5" fmla="*/ 6607277 w 8922774"/>
              <a:gd name="connsiteY5" fmla="*/ 14748 h 9483213"/>
              <a:gd name="connsiteX6" fmla="*/ 7034981 w 8922774"/>
              <a:gd name="connsiteY6" fmla="*/ 0 h 9483213"/>
              <a:gd name="connsiteX7" fmla="*/ 7344697 w 8922774"/>
              <a:gd name="connsiteY7" fmla="*/ 0 h 9483213"/>
              <a:gd name="connsiteX8" fmla="*/ 8922774 w 8922774"/>
              <a:gd name="connsiteY8" fmla="*/ 1415845 h 9483213"/>
              <a:gd name="connsiteX9" fmla="*/ 7197213 w 8922774"/>
              <a:gd name="connsiteY9" fmla="*/ 2861187 h 9483213"/>
              <a:gd name="connsiteX10" fmla="*/ 7020232 w 8922774"/>
              <a:gd name="connsiteY10" fmla="*/ 2861187 h 9483213"/>
              <a:gd name="connsiteX11" fmla="*/ 6769510 w 8922774"/>
              <a:gd name="connsiteY11" fmla="*/ 2875936 h 9483213"/>
              <a:gd name="connsiteX12" fmla="*/ 6533536 w 8922774"/>
              <a:gd name="connsiteY12" fmla="*/ 2934929 h 9483213"/>
              <a:gd name="connsiteX13" fmla="*/ 6297561 w 8922774"/>
              <a:gd name="connsiteY13" fmla="*/ 2979174 h 9483213"/>
              <a:gd name="connsiteX14" fmla="*/ 6046839 w 8922774"/>
              <a:gd name="connsiteY14" fmla="*/ 3067665 h 9483213"/>
              <a:gd name="connsiteX15" fmla="*/ 5722374 w 8922774"/>
              <a:gd name="connsiteY15" fmla="*/ 3215148 h 9483213"/>
              <a:gd name="connsiteX16" fmla="*/ 5456903 w 8922774"/>
              <a:gd name="connsiteY16" fmla="*/ 3362632 h 9483213"/>
              <a:gd name="connsiteX17" fmla="*/ 5220929 w 8922774"/>
              <a:gd name="connsiteY17" fmla="*/ 3569110 h 9483213"/>
              <a:gd name="connsiteX18" fmla="*/ 4999703 w 8922774"/>
              <a:gd name="connsiteY18" fmla="*/ 3805084 h 9483213"/>
              <a:gd name="connsiteX19" fmla="*/ 4778477 w 8922774"/>
              <a:gd name="connsiteY19" fmla="*/ 4129548 h 9483213"/>
              <a:gd name="connsiteX20" fmla="*/ 4660490 w 8922774"/>
              <a:gd name="connsiteY20" fmla="*/ 4483510 h 9483213"/>
              <a:gd name="connsiteX21" fmla="*/ 4645742 w 8922774"/>
              <a:gd name="connsiteY21" fmla="*/ 4911213 h 9483213"/>
              <a:gd name="connsiteX22" fmla="*/ 4719484 w 8922774"/>
              <a:gd name="connsiteY22" fmla="*/ 5294671 h 9483213"/>
              <a:gd name="connsiteX23" fmla="*/ 4793226 w 8922774"/>
              <a:gd name="connsiteY23" fmla="*/ 5427407 h 9483213"/>
              <a:gd name="connsiteX24" fmla="*/ 4970206 w 8922774"/>
              <a:gd name="connsiteY24" fmla="*/ 5722374 h 9483213"/>
              <a:gd name="connsiteX25" fmla="*/ 5279923 w 8922774"/>
              <a:gd name="connsiteY25" fmla="*/ 6061587 h 9483213"/>
              <a:gd name="connsiteX26" fmla="*/ 5648632 w 8922774"/>
              <a:gd name="connsiteY26" fmla="*/ 6297561 h 9483213"/>
              <a:gd name="connsiteX27" fmla="*/ 6150077 w 8922774"/>
              <a:gd name="connsiteY27" fmla="*/ 6533536 h 9483213"/>
              <a:gd name="connsiteX28" fmla="*/ 6518787 w 8922774"/>
              <a:gd name="connsiteY28" fmla="*/ 6622026 h 9483213"/>
              <a:gd name="connsiteX29" fmla="*/ 6902245 w 8922774"/>
              <a:gd name="connsiteY29" fmla="*/ 6710516 h 9483213"/>
              <a:gd name="connsiteX30" fmla="*/ 7182465 w 8922774"/>
              <a:gd name="connsiteY30" fmla="*/ 6695768 h 9483213"/>
              <a:gd name="connsiteX31" fmla="*/ 5707626 w 8922774"/>
              <a:gd name="connsiteY31" fmla="*/ 7978878 h 9483213"/>
              <a:gd name="connsiteX32" fmla="*/ 7315200 w 8922774"/>
              <a:gd name="connsiteY32" fmla="*/ 9483213 h 9483213"/>
              <a:gd name="connsiteX33" fmla="*/ 6061587 w 8922774"/>
              <a:gd name="connsiteY33" fmla="*/ 9409471 h 9483213"/>
              <a:gd name="connsiteX34" fmla="*/ 4572000 w 8922774"/>
              <a:gd name="connsiteY34" fmla="*/ 9144000 h 9483213"/>
              <a:gd name="connsiteX35" fmla="*/ 3156155 w 8922774"/>
              <a:gd name="connsiteY35" fmla="*/ 8642555 h 9483213"/>
              <a:gd name="connsiteX36" fmla="*/ 1932039 w 8922774"/>
              <a:gd name="connsiteY36" fmla="*/ 7964129 h 9483213"/>
              <a:gd name="connsiteX37" fmla="*/ 1061884 w 8922774"/>
              <a:gd name="connsiteY37" fmla="*/ 7226710 h 9483213"/>
              <a:gd name="connsiteX38" fmla="*/ 530942 w 8922774"/>
              <a:gd name="connsiteY38" fmla="*/ 6533536 h 9483213"/>
              <a:gd name="connsiteX39" fmla="*/ 162232 w 8922774"/>
              <a:gd name="connsiteY39" fmla="*/ 5751871 h 9483213"/>
              <a:gd name="connsiteX40" fmla="*/ 0 w 8922774"/>
              <a:gd name="connsiteY40" fmla="*/ 4984955 h 9483213"/>
              <a:gd name="connsiteX41" fmla="*/ 29497 w 8922774"/>
              <a:gd name="connsiteY41" fmla="*/ 4100052 h 9483213"/>
              <a:gd name="connsiteX42" fmla="*/ 294968 w 8922774"/>
              <a:gd name="connsiteY42" fmla="*/ 3347884 h 9483213"/>
              <a:gd name="connsiteX43" fmla="*/ 648929 w 8922774"/>
              <a:gd name="connsiteY43" fmla="*/ 2728452 h 9483213"/>
              <a:gd name="connsiteX44" fmla="*/ 1165123 w 8922774"/>
              <a:gd name="connsiteY44" fmla="*/ 2138516 h 9483213"/>
              <a:gd name="connsiteX45" fmla="*/ 1681316 w 8922774"/>
              <a:gd name="connsiteY45" fmla="*/ 1681316 h 9483213"/>
              <a:gd name="connsiteX46" fmla="*/ 2286000 w 8922774"/>
              <a:gd name="connsiteY46" fmla="*/ 1268361 h 9483213"/>
              <a:gd name="connsiteX47" fmla="*/ 2875936 w 8922774"/>
              <a:gd name="connsiteY47" fmla="*/ 943897 h 9483213"/>
              <a:gd name="connsiteX48" fmla="*/ 3687097 w 8922774"/>
              <a:gd name="connsiteY48" fmla="*/ 604684 h 9483213"/>
              <a:gd name="connsiteX49" fmla="*/ 5442155 w 8922774"/>
              <a:gd name="connsiteY49" fmla="*/ 132736 h 9483213"/>
              <a:gd name="connsiteX50" fmla="*/ 6002594 w 8922774"/>
              <a:gd name="connsiteY50" fmla="*/ 58994 h 9483213"/>
              <a:gd name="connsiteX51" fmla="*/ 6533536 w 8922774"/>
              <a:gd name="connsiteY51" fmla="*/ 14748 h 9483213"/>
              <a:gd name="connsiteX52" fmla="*/ 6946490 w 8922774"/>
              <a:gd name="connsiteY52" fmla="*/ 14748 h 9483213"/>
              <a:gd name="connsiteX53" fmla="*/ 7300452 w 8922774"/>
              <a:gd name="connsiteY53" fmla="*/ 0 h 9483213"/>
              <a:gd name="connsiteX0" fmla="*/ 2713703 w 8922774"/>
              <a:gd name="connsiteY0" fmla="*/ 1032387 h 9483213"/>
              <a:gd name="connsiteX1" fmla="*/ 3097161 w 8922774"/>
              <a:gd name="connsiteY1" fmla="*/ 840658 h 9483213"/>
              <a:gd name="connsiteX2" fmla="*/ 3657600 w 8922774"/>
              <a:gd name="connsiteY2" fmla="*/ 619432 h 9483213"/>
              <a:gd name="connsiteX3" fmla="*/ 5501148 w 8922774"/>
              <a:gd name="connsiteY3" fmla="*/ 132736 h 9483213"/>
              <a:gd name="connsiteX4" fmla="*/ 6046839 w 8922774"/>
              <a:gd name="connsiteY4" fmla="*/ 58994 h 9483213"/>
              <a:gd name="connsiteX5" fmla="*/ 6607277 w 8922774"/>
              <a:gd name="connsiteY5" fmla="*/ 14748 h 9483213"/>
              <a:gd name="connsiteX6" fmla="*/ 7034981 w 8922774"/>
              <a:gd name="connsiteY6" fmla="*/ 0 h 9483213"/>
              <a:gd name="connsiteX7" fmla="*/ 7344697 w 8922774"/>
              <a:gd name="connsiteY7" fmla="*/ 0 h 9483213"/>
              <a:gd name="connsiteX8" fmla="*/ 8922774 w 8922774"/>
              <a:gd name="connsiteY8" fmla="*/ 1415845 h 9483213"/>
              <a:gd name="connsiteX9" fmla="*/ 7197213 w 8922774"/>
              <a:gd name="connsiteY9" fmla="*/ 2861187 h 9483213"/>
              <a:gd name="connsiteX10" fmla="*/ 7020232 w 8922774"/>
              <a:gd name="connsiteY10" fmla="*/ 2861187 h 9483213"/>
              <a:gd name="connsiteX11" fmla="*/ 6769510 w 8922774"/>
              <a:gd name="connsiteY11" fmla="*/ 2875936 h 9483213"/>
              <a:gd name="connsiteX12" fmla="*/ 6533536 w 8922774"/>
              <a:gd name="connsiteY12" fmla="*/ 2934929 h 9483213"/>
              <a:gd name="connsiteX13" fmla="*/ 6297561 w 8922774"/>
              <a:gd name="connsiteY13" fmla="*/ 2979174 h 9483213"/>
              <a:gd name="connsiteX14" fmla="*/ 6046839 w 8922774"/>
              <a:gd name="connsiteY14" fmla="*/ 3067665 h 9483213"/>
              <a:gd name="connsiteX15" fmla="*/ 5722374 w 8922774"/>
              <a:gd name="connsiteY15" fmla="*/ 3215148 h 9483213"/>
              <a:gd name="connsiteX16" fmla="*/ 5456903 w 8922774"/>
              <a:gd name="connsiteY16" fmla="*/ 3362632 h 9483213"/>
              <a:gd name="connsiteX17" fmla="*/ 5220929 w 8922774"/>
              <a:gd name="connsiteY17" fmla="*/ 3569110 h 9483213"/>
              <a:gd name="connsiteX18" fmla="*/ 4999703 w 8922774"/>
              <a:gd name="connsiteY18" fmla="*/ 3805084 h 9483213"/>
              <a:gd name="connsiteX19" fmla="*/ 4778477 w 8922774"/>
              <a:gd name="connsiteY19" fmla="*/ 4129548 h 9483213"/>
              <a:gd name="connsiteX20" fmla="*/ 4660490 w 8922774"/>
              <a:gd name="connsiteY20" fmla="*/ 4483510 h 9483213"/>
              <a:gd name="connsiteX21" fmla="*/ 4645742 w 8922774"/>
              <a:gd name="connsiteY21" fmla="*/ 4911213 h 9483213"/>
              <a:gd name="connsiteX22" fmla="*/ 4719484 w 8922774"/>
              <a:gd name="connsiteY22" fmla="*/ 5294671 h 9483213"/>
              <a:gd name="connsiteX23" fmla="*/ 4793226 w 8922774"/>
              <a:gd name="connsiteY23" fmla="*/ 5427407 h 9483213"/>
              <a:gd name="connsiteX24" fmla="*/ 4970206 w 8922774"/>
              <a:gd name="connsiteY24" fmla="*/ 5722374 h 9483213"/>
              <a:gd name="connsiteX25" fmla="*/ 5279923 w 8922774"/>
              <a:gd name="connsiteY25" fmla="*/ 6061587 h 9483213"/>
              <a:gd name="connsiteX26" fmla="*/ 5648632 w 8922774"/>
              <a:gd name="connsiteY26" fmla="*/ 6297561 h 9483213"/>
              <a:gd name="connsiteX27" fmla="*/ 6150077 w 8922774"/>
              <a:gd name="connsiteY27" fmla="*/ 6533536 h 9483213"/>
              <a:gd name="connsiteX28" fmla="*/ 6518787 w 8922774"/>
              <a:gd name="connsiteY28" fmla="*/ 6622026 h 9483213"/>
              <a:gd name="connsiteX29" fmla="*/ 6902245 w 8922774"/>
              <a:gd name="connsiteY29" fmla="*/ 6710516 h 9483213"/>
              <a:gd name="connsiteX30" fmla="*/ 7182465 w 8922774"/>
              <a:gd name="connsiteY30" fmla="*/ 6695768 h 9483213"/>
              <a:gd name="connsiteX31" fmla="*/ 5707626 w 8922774"/>
              <a:gd name="connsiteY31" fmla="*/ 7978878 h 9483213"/>
              <a:gd name="connsiteX32" fmla="*/ 7315200 w 8922774"/>
              <a:gd name="connsiteY32" fmla="*/ 9483213 h 9483213"/>
              <a:gd name="connsiteX33" fmla="*/ 6061587 w 8922774"/>
              <a:gd name="connsiteY33" fmla="*/ 9409471 h 9483213"/>
              <a:gd name="connsiteX34" fmla="*/ 4572000 w 8922774"/>
              <a:gd name="connsiteY34" fmla="*/ 9144000 h 9483213"/>
              <a:gd name="connsiteX35" fmla="*/ 3156155 w 8922774"/>
              <a:gd name="connsiteY35" fmla="*/ 8642555 h 9483213"/>
              <a:gd name="connsiteX36" fmla="*/ 1932039 w 8922774"/>
              <a:gd name="connsiteY36" fmla="*/ 7964129 h 9483213"/>
              <a:gd name="connsiteX37" fmla="*/ 1061884 w 8922774"/>
              <a:gd name="connsiteY37" fmla="*/ 7226710 h 9483213"/>
              <a:gd name="connsiteX38" fmla="*/ 530942 w 8922774"/>
              <a:gd name="connsiteY38" fmla="*/ 6533536 h 9483213"/>
              <a:gd name="connsiteX39" fmla="*/ 162232 w 8922774"/>
              <a:gd name="connsiteY39" fmla="*/ 5751871 h 9483213"/>
              <a:gd name="connsiteX40" fmla="*/ 0 w 8922774"/>
              <a:gd name="connsiteY40" fmla="*/ 4984955 h 9483213"/>
              <a:gd name="connsiteX41" fmla="*/ 29497 w 8922774"/>
              <a:gd name="connsiteY41" fmla="*/ 4100052 h 9483213"/>
              <a:gd name="connsiteX42" fmla="*/ 294968 w 8922774"/>
              <a:gd name="connsiteY42" fmla="*/ 3347884 h 9483213"/>
              <a:gd name="connsiteX43" fmla="*/ 648929 w 8922774"/>
              <a:gd name="connsiteY43" fmla="*/ 2728452 h 9483213"/>
              <a:gd name="connsiteX44" fmla="*/ 1165123 w 8922774"/>
              <a:gd name="connsiteY44" fmla="*/ 2138516 h 9483213"/>
              <a:gd name="connsiteX45" fmla="*/ 1681316 w 8922774"/>
              <a:gd name="connsiteY45" fmla="*/ 1681316 h 9483213"/>
              <a:gd name="connsiteX46" fmla="*/ 2286000 w 8922774"/>
              <a:gd name="connsiteY46" fmla="*/ 1268361 h 9483213"/>
              <a:gd name="connsiteX47" fmla="*/ 2875936 w 8922774"/>
              <a:gd name="connsiteY47" fmla="*/ 943897 h 9483213"/>
              <a:gd name="connsiteX48" fmla="*/ 3687097 w 8922774"/>
              <a:gd name="connsiteY48" fmla="*/ 604684 h 9483213"/>
              <a:gd name="connsiteX49" fmla="*/ 5442155 w 8922774"/>
              <a:gd name="connsiteY49" fmla="*/ 132736 h 9483213"/>
              <a:gd name="connsiteX50" fmla="*/ 6002594 w 8922774"/>
              <a:gd name="connsiteY50" fmla="*/ 58994 h 9483213"/>
              <a:gd name="connsiteX51" fmla="*/ 6533536 w 8922774"/>
              <a:gd name="connsiteY51" fmla="*/ 14748 h 9483213"/>
              <a:gd name="connsiteX52" fmla="*/ 6946490 w 8922774"/>
              <a:gd name="connsiteY52" fmla="*/ 14748 h 9483213"/>
              <a:gd name="connsiteX53" fmla="*/ 7300452 w 8922774"/>
              <a:gd name="connsiteY53" fmla="*/ 0 h 9483213"/>
              <a:gd name="connsiteX54" fmla="*/ 2713703 w 8922774"/>
              <a:gd name="connsiteY54" fmla="*/ 1032387 h 9483213"/>
              <a:gd name="connsiteX0" fmla="*/ 2713703 w 8922774"/>
              <a:gd name="connsiteY0" fmla="*/ 1032387 h 9483213"/>
              <a:gd name="connsiteX1" fmla="*/ 3097161 w 8922774"/>
              <a:gd name="connsiteY1" fmla="*/ 840658 h 9483213"/>
              <a:gd name="connsiteX2" fmla="*/ 3657600 w 8922774"/>
              <a:gd name="connsiteY2" fmla="*/ 619432 h 9483213"/>
              <a:gd name="connsiteX3" fmla="*/ 5501148 w 8922774"/>
              <a:gd name="connsiteY3" fmla="*/ 132736 h 9483213"/>
              <a:gd name="connsiteX4" fmla="*/ 6046839 w 8922774"/>
              <a:gd name="connsiteY4" fmla="*/ 58994 h 9483213"/>
              <a:gd name="connsiteX5" fmla="*/ 6607277 w 8922774"/>
              <a:gd name="connsiteY5" fmla="*/ 14748 h 9483213"/>
              <a:gd name="connsiteX6" fmla="*/ 7034981 w 8922774"/>
              <a:gd name="connsiteY6" fmla="*/ 0 h 9483213"/>
              <a:gd name="connsiteX7" fmla="*/ 7344697 w 8922774"/>
              <a:gd name="connsiteY7" fmla="*/ 0 h 9483213"/>
              <a:gd name="connsiteX8" fmla="*/ 8922774 w 8922774"/>
              <a:gd name="connsiteY8" fmla="*/ 1415845 h 9483213"/>
              <a:gd name="connsiteX9" fmla="*/ 7197213 w 8922774"/>
              <a:gd name="connsiteY9" fmla="*/ 2861187 h 9483213"/>
              <a:gd name="connsiteX10" fmla="*/ 7020232 w 8922774"/>
              <a:gd name="connsiteY10" fmla="*/ 2861187 h 9483213"/>
              <a:gd name="connsiteX11" fmla="*/ 6769510 w 8922774"/>
              <a:gd name="connsiteY11" fmla="*/ 2875936 h 9483213"/>
              <a:gd name="connsiteX12" fmla="*/ 6533536 w 8922774"/>
              <a:gd name="connsiteY12" fmla="*/ 2934929 h 9483213"/>
              <a:gd name="connsiteX13" fmla="*/ 6297561 w 8922774"/>
              <a:gd name="connsiteY13" fmla="*/ 2979174 h 9483213"/>
              <a:gd name="connsiteX14" fmla="*/ 6046839 w 8922774"/>
              <a:gd name="connsiteY14" fmla="*/ 3067665 h 9483213"/>
              <a:gd name="connsiteX15" fmla="*/ 5722374 w 8922774"/>
              <a:gd name="connsiteY15" fmla="*/ 3215148 h 9483213"/>
              <a:gd name="connsiteX16" fmla="*/ 5456903 w 8922774"/>
              <a:gd name="connsiteY16" fmla="*/ 3362632 h 9483213"/>
              <a:gd name="connsiteX17" fmla="*/ 5220929 w 8922774"/>
              <a:gd name="connsiteY17" fmla="*/ 3569110 h 9483213"/>
              <a:gd name="connsiteX18" fmla="*/ 4999703 w 8922774"/>
              <a:gd name="connsiteY18" fmla="*/ 3805084 h 9483213"/>
              <a:gd name="connsiteX19" fmla="*/ 4778477 w 8922774"/>
              <a:gd name="connsiteY19" fmla="*/ 4129548 h 9483213"/>
              <a:gd name="connsiteX20" fmla="*/ 4660490 w 8922774"/>
              <a:gd name="connsiteY20" fmla="*/ 4483510 h 9483213"/>
              <a:gd name="connsiteX21" fmla="*/ 4645742 w 8922774"/>
              <a:gd name="connsiteY21" fmla="*/ 4911213 h 9483213"/>
              <a:gd name="connsiteX22" fmla="*/ 4719484 w 8922774"/>
              <a:gd name="connsiteY22" fmla="*/ 5294671 h 9483213"/>
              <a:gd name="connsiteX23" fmla="*/ 4793226 w 8922774"/>
              <a:gd name="connsiteY23" fmla="*/ 5427407 h 9483213"/>
              <a:gd name="connsiteX24" fmla="*/ 4970206 w 8922774"/>
              <a:gd name="connsiteY24" fmla="*/ 5722374 h 9483213"/>
              <a:gd name="connsiteX25" fmla="*/ 5279923 w 8922774"/>
              <a:gd name="connsiteY25" fmla="*/ 6061587 h 9483213"/>
              <a:gd name="connsiteX26" fmla="*/ 5648632 w 8922774"/>
              <a:gd name="connsiteY26" fmla="*/ 6297561 h 9483213"/>
              <a:gd name="connsiteX27" fmla="*/ 6150077 w 8922774"/>
              <a:gd name="connsiteY27" fmla="*/ 6533536 h 9483213"/>
              <a:gd name="connsiteX28" fmla="*/ 6518787 w 8922774"/>
              <a:gd name="connsiteY28" fmla="*/ 6622026 h 9483213"/>
              <a:gd name="connsiteX29" fmla="*/ 6902245 w 8922774"/>
              <a:gd name="connsiteY29" fmla="*/ 6710516 h 9483213"/>
              <a:gd name="connsiteX30" fmla="*/ 7182465 w 8922774"/>
              <a:gd name="connsiteY30" fmla="*/ 6695768 h 9483213"/>
              <a:gd name="connsiteX31" fmla="*/ 5707626 w 8922774"/>
              <a:gd name="connsiteY31" fmla="*/ 7978878 h 9483213"/>
              <a:gd name="connsiteX32" fmla="*/ 7315200 w 8922774"/>
              <a:gd name="connsiteY32" fmla="*/ 9483213 h 9483213"/>
              <a:gd name="connsiteX33" fmla="*/ 6061587 w 8922774"/>
              <a:gd name="connsiteY33" fmla="*/ 9409471 h 9483213"/>
              <a:gd name="connsiteX34" fmla="*/ 4572000 w 8922774"/>
              <a:gd name="connsiteY34" fmla="*/ 9144000 h 9483213"/>
              <a:gd name="connsiteX35" fmla="*/ 3156155 w 8922774"/>
              <a:gd name="connsiteY35" fmla="*/ 8642555 h 9483213"/>
              <a:gd name="connsiteX36" fmla="*/ 1932039 w 8922774"/>
              <a:gd name="connsiteY36" fmla="*/ 7964129 h 9483213"/>
              <a:gd name="connsiteX37" fmla="*/ 1061884 w 8922774"/>
              <a:gd name="connsiteY37" fmla="*/ 7226710 h 9483213"/>
              <a:gd name="connsiteX38" fmla="*/ 530942 w 8922774"/>
              <a:gd name="connsiteY38" fmla="*/ 6533536 h 9483213"/>
              <a:gd name="connsiteX39" fmla="*/ 162232 w 8922774"/>
              <a:gd name="connsiteY39" fmla="*/ 5751871 h 9483213"/>
              <a:gd name="connsiteX40" fmla="*/ 0 w 8922774"/>
              <a:gd name="connsiteY40" fmla="*/ 4984955 h 9483213"/>
              <a:gd name="connsiteX41" fmla="*/ 29497 w 8922774"/>
              <a:gd name="connsiteY41" fmla="*/ 4100052 h 9483213"/>
              <a:gd name="connsiteX42" fmla="*/ 294968 w 8922774"/>
              <a:gd name="connsiteY42" fmla="*/ 3347884 h 9483213"/>
              <a:gd name="connsiteX43" fmla="*/ 648929 w 8922774"/>
              <a:gd name="connsiteY43" fmla="*/ 2728452 h 9483213"/>
              <a:gd name="connsiteX44" fmla="*/ 1165123 w 8922774"/>
              <a:gd name="connsiteY44" fmla="*/ 2138516 h 9483213"/>
              <a:gd name="connsiteX45" fmla="*/ 1681316 w 8922774"/>
              <a:gd name="connsiteY45" fmla="*/ 1681316 h 9483213"/>
              <a:gd name="connsiteX46" fmla="*/ 2286000 w 8922774"/>
              <a:gd name="connsiteY46" fmla="*/ 1268361 h 9483213"/>
              <a:gd name="connsiteX47" fmla="*/ 2875936 w 8922774"/>
              <a:gd name="connsiteY47" fmla="*/ 943897 h 9483213"/>
              <a:gd name="connsiteX48" fmla="*/ 3687097 w 8922774"/>
              <a:gd name="connsiteY48" fmla="*/ 604684 h 9483213"/>
              <a:gd name="connsiteX49" fmla="*/ 6002594 w 8922774"/>
              <a:gd name="connsiteY49" fmla="*/ 58994 h 9483213"/>
              <a:gd name="connsiteX50" fmla="*/ 6533536 w 8922774"/>
              <a:gd name="connsiteY50" fmla="*/ 14748 h 9483213"/>
              <a:gd name="connsiteX51" fmla="*/ 6946490 w 8922774"/>
              <a:gd name="connsiteY51" fmla="*/ 14748 h 9483213"/>
              <a:gd name="connsiteX52" fmla="*/ 7300452 w 8922774"/>
              <a:gd name="connsiteY52" fmla="*/ 0 h 9483213"/>
              <a:gd name="connsiteX53" fmla="*/ 2713703 w 8922774"/>
              <a:gd name="connsiteY53" fmla="*/ 1032387 h 9483213"/>
              <a:gd name="connsiteX0" fmla="*/ 2713703 w 8922774"/>
              <a:gd name="connsiteY0" fmla="*/ 1032387 h 9483213"/>
              <a:gd name="connsiteX1" fmla="*/ 3097161 w 8922774"/>
              <a:gd name="connsiteY1" fmla="*/ 840658 h 9483213"/>
              <a:gd name="connsiteX2" fmla="*/ 3657600 w 8922774"/>
              <a:gd name="connsiteY2" fmla="*/ 619432 h 9483213"/>
              <a:gd name="connsiteX3" fmla="*/ 6046839 w 8922774"/>
              <a:gd name="connsiteY3" fmla="*/ 58994 h 9483213"/>
              <a:gd name="connsiteX4" fmla="*/ 6607277 w 8922774"/>
              <a:gd name="connsiteY4" fmla="*/ 14748 h 9483213"/>
              <a:gd name="connsiteX5" fmla="*/ 7034981 w 8922774"/>
              <a:gd name="connsiteY5" fmla="*/ 0 h 9483213"/>
              <a:gd name="connsiteX6" fmla="*/ 7344697 w 8922774"/>
              <a:gd name="connsiteY6" fmla="*/ 0 h 9483213"/>
              <a:gd name="connsiteX7" fmla="*/ 8922774 w 8922774"/>
              <a:gd name="connsiteY7" fmla="*/ 1415845 h 9483213"/>
              <a:gd name="connsiteX8" fmla="*/ 7197213 w 8922774"/>
              <a:gd name="connsiteY8" fmla="*/ 2861187 h 9483213"/>
              <a:gd name="connsiteX9" fmla="*/ 7020232 w 8922774"/>
              <a:gd name="connsiteY9" fmla="*/ 2861187 h 9483213"/>
              <a:gd name="connsiteX10" fmla="*/ 6769510 w 8922774"/>
              <a:gd name="connsiteY10" fmla="*/ 2875936 h 9483213"/>
              <a:gd name="connsiteX11" fmla="*/ 6533536 w 8922774"/>
              <a:gd name="connsiteY11" fmla="*/ 2934929 h 9483213"/>
              <a:gd name="connsiteX12" fmla="*/ 6297561 w 8922774"/>
              <a:gd name="connsiteY12" fmla="*/ 2979174 h 9483213"/>
              <a:gd name="connsiteX13" fmla="*/ 6046839 w 8922774"/>
              <a:gd name="connsiteY13" fmla="*/ 3067665 h 9483213"/>
              <a:gd name="connsiteX14" fmla="*/ 5722374 w 8922774"/>
              <a:gd name="connsiteY14" fmla="*/ 3215148 h 9483213"/>
              <a:gd name="connsiteX15" fmla="*/ 5456903 w 8922774"/>
              <a:gd name="connsiteY15" fmla="*/ 3362632 h 9483213"/>
              <a:gd name="connsiteX16" fmla="*/ 5220929 w 8922774"/>
              <a:gd name="connsiteY16" fmla="*/ 3569110 h 9483213"/>
              <a:gd name="connsiteX17" fmla="*/ 4999703 w 8922774"/>
              <a:gd name="connsiteY17" fmla="*/ 3805084 h 9483213"/>
              <a:gd name="connsiteX18" fmla="*/ 4778477 w 8922774"/>
              <a:gd name="connsiteY18" fmla="*/ 4129548 h 9483213"/>
              <a:gd name="connsiteX19" fmla="*/ 4660490 w 8922774"/>
              <a:gd name="connsiteY19" fmla="*/ 4483510 h 9483213"/>
              <a:gd name="connsiteX20" fmla="*/ 4645742 w 8922774"/>
              <a:gd name="connsiteY20" fmla="*/ 4911213 h 9483213"/>
              <a:gd name="connsiteX21" fmla="*/ 4719484 w 8922774"/>
              <a:gd name="connsiteY21" fmla="*/ 5294671 h 9483213"/>
              <a:gd name="connsiteX22" fmla="*/ 4793226 w 8922774"/>
              <a:gd name="connsiteY22" fmla="*/ 5427407 h 9483213"/>
              <a:gd name="connsiteX23" fmla="*/ 4970206 w 8922774"/>
              <a:gd name="connsiteY23" fmla="*/ 5722374 h 9483213"/>
              <a:gd name="connsiteX24" fmla="*/ 5279923 w 8922774"/>
              <a:gd name="connsiteY24" fmla="*/ 6061587 h 9483213"/>
              <a:gd name="connsiteX25" fmla="*/ 5648632 w 8922774"/>
              <a:gd name="connsiteY25" fmla="*/ 6297561 h 9483213"/>
              <a:gd name="connsiteX26" fmla="*/ 6150077 w 8922774"/>
              <a:gd name="connsiteY26" fmla="*/ 6533536 h 9483213"/>
              <a:gd name="connsiteX27" fmla="*/ 6518787 w 8922774"/>
              <a:gd name="connsiteY27" fmla="*/ 6622026 h 9483213"/>
              <a:gd name="connsiteX28" fmla="*/ 6902245 w 8922774"/>
              <a:gd name="connsiteY28" fmla="*/ 6710516 h 9483213"/>
              <a:gd name="connsiteX29" fmla="*/ 7182465 w 8922774"/>
              <a:gd name="connsiteY29" fmla="*/ 6695768 h 9483213"/>
              <a:gd name="connsiteX30" fmla="*/ 5707626 w 8922774"/>
              <a:gd name="connsiteY30" fmla="*/ 7978878 h 9483213"/>
              <a:gd name="connsiteX31" fmla="*/ 7315200 w 8922774"/>
              <a:gd name="connsiteY31" fmla="*/ 9483213 h 9483213"/>
              <a:gd name="connsiteX32" fmla="*/ 6061587 w 8922774"/>
              <a:gd name="connsiteY32" fmla="*/ 9409471 h 9483213"/>
              <a:gd name="connsiteX33" fmla="*/ 4572000 w 8922774"/>
              <a:gd name="connsiteY33" fmla="*/ 9144000 h 9483213"/>
              <a:gd name="connsiteX34" fmla="*/ 3156155 w 8922774"/>
              <a:gd name="connsiteY34" fmla="*/ 8642555 h 9483213"/>
              <a:gd name="connsiteX35" fmla="*/ 1932039 w 8922774"/>
              <a:gd name="connsiteY35" fmla="*/ 7964129 h 9483213"/>
              <a:gd name="connsiteX36" fmla="*/ 1061884 w 8922774"/>
              <a:gd name="connsiteY36" fmla="*/ 7226710 h 9483213"/>
              <a:gd name="connsiteX37" fmla="*/ 530942 w 8922774"/>
              <a:gd name="connsiteY37" fmla="*/ 6533536 h 9483213"/>
              <a:gd name="connsiteX38" fmla="*/ 162232 w 8922774"/>
              <a:gd name="connsiteY38" fmla="*/ 5751871 h 9483213"/>
              <a:gd name="connsiteX39" fmla="*/ 0 w 8922774"/>
              <a:gd name="connsiteY39" fmla="*/ 4984955 h 9483213"/>
              <a:gd name="connsiteX40" fmla="*/ 29497 w 8922774"/>
              <a:gd name="connsiteY40" fmla="*/ 4100052 h 9483213"/>
              <a:gd name="connsiteX41" fmla="*/ 294968 w 8922774"/>
              <a:gd name="connsiteY41" fmla="*/ 3347884 h 9483213"/>
              <a:gd name="connsiteX42" fmla="*/ 648929 w 8922774"/>
              <a:gd name="connsiteY42" fmla="*/ 2728452 h 9483213"/>
              <a:gd name="connsiteX43" fmla="*/ 1165123 w 8922774"/>
              <a:gd name="connsiteY43" fmla="*/ 2138516 h 9483213"/>
              <a:gd name="connsiteX44" fmla="*/ 1681316 w 8922774"/>
              <a:gd name="connsiteY44" fmla="*/ 1681316 h 9483213"/>
              <a:gd name="connsiteX45" fmla="*/ 2286000 w 8922774"/>
              <a:gd name="connsiteY45" fmla="*/ 1268361 h 9483213"/>
              <a:gd name="connsiteX46" fmla="*/ 2875936 w 8922774"/>
              <a:gd name="connsiteY46" fmla="*/ 943897 h 9483213"/>
              <a:gd name="connsiteX47" fmla="*/ 3687097 w 8922774"/>
              <a:gd name="connsiteY47" fmla="*/ 604684 h 9483213"/>
              <a:gd name="connsiteX48" fmla="*/ 6002594 w 8922774"/>
              <a:gd name="connsiteY48" fmla="*/ 58994 h 9483213"/>
              <a:gd name="connsiteX49" fmla="*/ 6533536 w 8922774"/>
              <a:gd name="connsiteY49" fmla="*/ 14748 h 9483213"/>
              <a:gd name="connsiteX50" fmla="*/ 6946490 w 8922774"/>
              <a:gd name="connsiteY50" fmla="*/ 14748 h 9483213"/>
              <a:gd name="connsiteX51" fmla="*/ 7300452 w 8922774"/>
              <a:gd name="connsiteY51" fmla="*/ 0 h 9483213"/>
              <a:gd name="connsiteX52" fmla="*/ 2713703 w 8922774"/>
              <a:gd name="connsiteY52" fmla="*/ 1032387 h 9483213"/>
              <a:gd name="connsiteX0" fmla="*/ 6002594 w 8922774"/>
              <a:gd name="connsiteY0" fmla="*/ 58994 h 9483213"/>
              <a:gd name="connsiteX1" fmla="*/ 6533536 w 8922774"/>
              <a:gd name="connsiteY1" fmla="*/ 14748 h 9483213"/>
              <a:gd name="connsiteX2" fmla="*/ 6946490 w 8922774"/>
              <a:gd name="connsiteY2" fmla="*/ 14748 h 9483213"/>
              <a:gd name="connsiteX3" fmla="*/ 7300452 w 8922774"/>
              <a:gd name="connsiteY3" fmla="*/ 0 h 9483213"/>
              <a:gd name="connsiteX4" fmla="*/ 2713703 w 8922774"/>
              <a:gd name="connsiteY4" fmla="*/ 1032387 h 9483213"/>
              <a:gd name="connsiteX5" fmla="*/ 3097161 w 8922774"/>
              <a:gd name="connsiteY5" fmla="*/ 840658 h 9483213"/>
              <a:gd name="connsiteX6" fmla="*/ 3657600 w 8922774"/>
              <a:gd name="connsiteY6" fmla="*/ 619432 h 9483213"/>
              <a:gd name="connsiteX7" fmla="*/ 6046839 w 8922774"/>
              <a:gd name="connsiteY7" fmla="*/ 58994 h 9483213"/>
              <a:gd name="connsiteX8" fmla="*/ 6607277 w 8922774"/>
              <a:gd name="connsiteY8" fmla="*/ 14748 h 9483213"/>
              <a:gd name="connsiteX9" fmla="*/ 7034981 w 8922774"/>
              <a:gd name="connsiteY9" fmla="*/ 0 h 9483213"/>
              <a:gd name="connsiteX10" fmla="*/ 7344697 w 8922774"/>
              <a:gd name="connsiteY10" fmla="*/ 0 h 9483213"/>
              <a:gd name="connsiteX11" fmla="*/ 8922774 w 8922774"/>
              <a:gd name="connsiteY11" fmla="*/ 1415845 h 9483213"/>
              <a:gd name="connsiteX12" fmla="*/ 7197213 w 8922774"/>
              <a:gd name="connsiteY12" fmla="*/ 2861187 h 9483213"/>
              <a:gd name="connsiteX13" fmla="*/ 7020232 w 8922774"/>
              <a:gd name="connsiteY13" fmla="*/ 2861187 h 9483213"/>
              <a:gd name="connsiteX14" fmla="*/ 6769510 w 8922774"/>
              <a:gd name="connsiteY14" fmla="*/ 2875936 h 9483213"/>
              <a:gd name="connsiteX15" fmla="*/ 6533536 w 8922774"/>
              <a:gd name="connsiteY15" fmla="*/ 2934929 h 9483213"/>
              <a:gd name="connsiteX16" fmla="*/ 6297561 w 8922774"/>
              <a:gd name="connsiteY16" fmla="*/ 2979174 h 9483213"/>
              <a:gd name="connsiteX17" fmla="*/ 6046839 w 8922774"/>
              <a:gd name="connsiteY17" fmla="*/ 3067665 h 9483213"/>
              <a:gd name="connsiteX18" fmla="*/ 5722374 w 8922774"/>
              <a:gd name="connsiteY18" fmla="*/ 3215148 h 9483213"/>
              <a:gd name="connsiteX19" fmla="*/ 5456903 w 8922774"/>
              <a:gd name="connsiteY19" fmla="*/ 3362632 h 9483213"/>
              <a:gd name="connsiteX20" fmla="*/ 5220929 w 8922774"/>
              <a:gd name="connsiteY20" fmla="*/ 3569110 h 9483213"/>
              <a:gd name="connsiteX21" fmla="*/ 4999703 w 8922774"/>
              <a:gd name="connsiteY21" fmla="*/ 3805084 h 9483213"/>
              <a:gd name="connsiteX22" fmla="*/ 4778477 w 8922774"/>
              <a:gd name="connsiteY22" fmla="*/ 4129548 h 9483213"/>
              <a:gd name="connsiteX23" fmla="*/ 4660490 w 8922774"/>
              <a:gd name="connsiteY23" fmla="*/ 4483510 h 9483213"/>
              <a:gd name="connsiteX24" fmla="*/ 4645742 w 8922774"/>
              <a:gd name="connsiteY24" fmla="*/ 4911213 h 9483213"/>
              <a:gd name="connsiteX25" fmla="*/ 4719484 w 8922774"/>
              <a:gd name="connsiteY25" fmla="*/ 5294671 h 9483213"/>
              <a:gd name="connsiteX26" fmla="*/ 4793226 w 8922774"/>
              <a:gd name="connsiteY26" fmla="*/ 5427407 h 9483213"/>
              <a:gd name="connsiteX27" fmla="*/ 4970206 w 8922774"/>
              <a:gd name="connsiteY27" fmla="*/ 5722374 h 9483213"/>
              <a:gd name="connsiteX28" fmla="*/ 5279923 w 8922774"/>
              <a:gd name="connsiteY28" fmla="*/ 6061587 h 9483213"/>
              <a:gd name="connsiteX29" fmla="*/ 5648632 w 8922774"/>
              <a:gd name="connsiteY29" fmla="*/ 6297561 h 9483213"/>
              <a:gd name="connsiteX30" fmla="*/ 6150077 w 8922774"/>
              <a:gd name="connsiteY30" fmla="*/ 6533536 h 9483213"/>
              <a:gd name="connsiteX31" fmla="*/ 6518787 w 8922774"/>
              <a:gd name="connsiteY31" fmla="*/ 6622026 h 9483213"/>
              <a:gd name="connsiteX32" fmla="*/ 6902245 w 8922774"/>
              <a:gd name="connsiteY32" fmla="*/ 6710516 h 9483213"/>
              <a:gd name="connsiteX33" fmla="*/ 7182465 w 8922774"/>
              <a:gd name="connsiteY33" fmla="*/ 6695768 h 9483213"/>
              <a:gd name="connsiteX34" fmla="*/ 5707626 w 8922774"/>
              <a:gd name="connsiteY34" fmla="*/ 7978878 h 9483213"/>
              <a:gd name="connsiteX35" fmla="*/ 7315200 w 8922774"/>
              <a:gd name="connsiteY35" fmla="*/ 9483213 h 9483213"/>
              <a:gd name="connsiteX36" fmla="*/ 6061587 w 8922774"/>
              <a:gd name="connsiteY36" fmla="*/ 9409471 h 9483213"/>
              <a:gd name="connsiteX37" fmla="*/ 4572000 w 8922774"/>
              <a:gd name="connsiteY37" fmla="*/ 9144000 h 9483213"/>
              <a:gd name="connsiteX38" fmla="*/ 3156155 w 8922774"/>
              <a:gd name="connsiteY38" fmla="*/ 8642555 h 9483213"/>
              <a:gd name="connsiteX39" fmla="*/ 1932039 w 8922774"/>
              <a:gd name="connsiteY39" fmla="*/ 7964129 h 9483213"/>
              <a:gd name="connsiteX40" fmla="*/ 1061884 w 8922774"/>
              <a:gd name="connsiteY40" fmla="*/ 7226710 h 9483213"/>
              <a:gd name="connsiteX41" fmla="*/ 530942 w 8922774"/>
              <a:gd name="connsiteY41" fmla="*/ 6533536 h 9483213"/>
              <a:gd name="connsiteX42" fmla="*/ 162232 w 8922774"/>
              <a:gd name="connsiteY42" fmla="*/ 5751871 h 9483213"/>
              <a:gd name="connsiteX43" fmla="*/ 0 w 8922774"/>
              <a:gd name="connsiteY43" fmla="*/ 4984955 h 9483213"/>
              <a:gd name="connsiteX44" fmla="*/ 29497 w 8922774"/>
              <a:gd name="connsiteY44" fmla="*/ 4100052 h 9483213"/>
              <a:gd name="connsiteX45" fmla="*/ 294968 w 8922774"/>
              <a:gd name="connsiteY45" fmla="*/ 3347884 h 9483213"/>
              <a:gd name="connsiteX46" fmla="*/ 648929 w 8922774"/>
              <a:gd name="connsiteY46" fmla="*/ 2728452 h 9483213"/>
              <a:gd name="connsiteX47" fmla="*/ 1165123 w 8922774"/>
              <a:gd name="connsiteY47" fmla="*/ 2138516 h 9483213"/>
              <a:gd name="connsiteX48" fmla="*/ 1681316 w 8922774"/>
              <a:gd name="connsiteY48" fmla="*/ 1681316 h 9483213"/>
              <a:gd name="connsiteX49" fmla="*/ 2286000 w 8922774"/>
              <a:gd name="connsiteY49" fmla="*/ 1268361 h 9483213"/>
              <a:gd name="connsiteX50" fmla="*/ 2875936 w 8922774"/>
              <a:gd name="connsiteY50" fmla="*/ 943897 h 9483213"/>
              <a:gd name="connsiteX51" fmla="*/ 3687097 w 8922774"/>
              <a:gd name="connsiteY51" fmla="*/ 604684 h 9483213"/>
              <a:gd name="connsiteX52" fmla="*/ 6094034 w 8922774"/>
              <a:gd name="connsiteY52" fmla="*/ 150434 h 9483213"/>
              <a:gd name="connsiteX0" fmla="*/ 6002594 w 8922774"/>
              <a:gd name="connsiteY0" fmla="*/ 58994 h 9483213"/>
              <a:gd name="connsiteX1" fmla="*/ 6533536 w 8922774"/>
              <a:gd name="connsiteY1" fmla="*/ 14748 h 9483213"/>
              <a:gd name="connsiteX2" fmla="*/ 6946490 w 8922774"/>
              <a:gd name="connsiteY2" fmla="*/ 14748 h 9483213"/>
              <a:gd name="connsiteX3" fmla="*/ 7300452 w 8922774"/>
              <a:gd name="connsiteY3" fmla="*/ 0 h 9483213"/>
              <a:gd name="connsiteX4" fmla="*/ 2713703 w 8922774"/>
              <a:gd name="connsiteY4" fmla="*/ 1032387 h 9483213"/>
              <a:gd name="connsiteX5" fmla="*/ 3097161 w 8922774"/>
              <a:gd name="connsiteY5" fmla="*/ 840658 h 9483213"/>
              <a:gd name="connsiteX6" fmla="*/ 3657600 w 8922774"/>
              <a:gd name="connsiteY6" fmla="*/ 619432 h 9483213"/>
              <a:gd name="connsiteX7" fmla="*/ 6046839 w 8922774"/>
              <a:gd name="connsiteY7" fmla="*/ 58994 h 9483213"/>
              <a:gd name="connsiteX8" fmla="*/ 6607277 w 8922774"/>
              <a:gd name="connsiteY8" fmla="*/ 14748 h 9483213"/>
              <a:gd name="connsiteX9" fmla="*/ 7034981 w 8922774"/>
              <a:gd name="connsiteY9" fmla="*/ 0 h 9483213"/>
              <a:gd name="connsiteX10" fmla="*/ 7344697 w 8922774"/>
              <a:gd name="connsiteY10" fmla="*/ 0 h 9483213"/>
              <a:gd name="connsiteX11" fmla="*/ 8922774 w 8922774"/>
              <a:gd name="connsiteY11" fmla="*/ 1415845 h 9483213"/>
              <a:gd name="connsiteX12" fmla="*/ 7197213 w 8922774"/>
              <a:gd name="connsiteY12" fmla="*/ 2861187 h 9483213"/>
              <a:gd name="connsiteX13" fmla="*/ 7020232 w 8922774"/>
              <a:gd name="connsiteY13" fmla="*/ 2861187 h 9483213"/>
              <a:gd name="connsiteX14" fmla="*/ 6769510 w 8922774"/>
              <a:gd name="connsiteY14" fmla="*/ 2875936 h 9483213"/>
              <a:gd name="connsiteX15" fmla="*/ 6533536 w 8922774"/>
              <a:gd name="connsiteY15" fmla="*/ 2934929 h 9483213"/>
              <a:gd name="connsiteX16" fmla="*/ 6297561 w 8922774"/>
              <a:gd name="connsiteY16" fmla="*/ 2979174 h 9483213"/>
              <a:gd name="connsiteX17" fmla="*/ 6046839 w 8922774"/>
              <a:gd name="connsiteY17" fmla="*/ 3067665 h 9483213"/>
              <a:gd name="connsiteX18" fmla="*/ 5722374 w 8922774"/>
              <a:gd name="connsiteY18" fmla="*/ 3215148 h 9483213"/>
              <a:gd name="connsiteX19" fmla="*/ 5456903 w 8922774"/>
              <a:gd name="connsiteY19" fmla="*/ 3362632 h 9483213"/>
              <a:gd name="connsiteX20" fmla="*/ 5220929 w 8922774"/>
              <a:gd name="connsiteY20" fmla="*/ 3569110 h 9483213"/>
              <a:gd name="connsiteX21" fmla="*/ 4999703 w 8922774"/>
              <a:gd name="connsiteY21" fmla="*/ 3805084 h 9483213"/>
              <a:gd name="connsiteX22" fmla="*/ 4778477 w 8922774"/>
              <a:gd name="connsiteY22" fmla="*/ 4129548 h 9483213"/>
              <a:gd name="connsiteX23" fmla="*/ 4660490 w 8922774"/>
              <a:gd name="connsiteY23" fmla="*/ 4483510 h 9483213"/>
              <a:gd name="connsiteX24" fmla="*/ 4645742 w 8922774"/>
              <a:gd name="connsiteY24" fmla="*/ 4911213 h 9483213"/>
              <a:gd name="connsiteX25" fmla="*/ 4719484 w 8922774"/>
              <a:gd name="connsiteY25" fmla="*/ 5294671 h 9483213"/>
              <a:gd name="connsiteX26" fmla="*/ 4793226 w 8922774"/>
              <a:gd name="connsiteY26" fmla="*/ 5427407 h 9483213"/>
              <a:gd name="connsiteX27" fmla="*/ 4970206 w 8922774"/>
              <a:gd name="connsiteY27" fmla="*/ 5722374 h 9483213"/>
              <a:gd name="connsiteX28" fmla="*/ 5279923 w 8922774"/>
              <a:gd name="connsiteY28" fmla="*/ 6061587 h 9483213"/>
              <a:gd name="connsiteX29" fmla="*/ 5648632 w 8922774"/>
              <a:gd name="connsiteY29" fmla="*/ 6297561 h 9483213"/>
              <a:gd name="connsiteX30" fmla="*/ 6150077 w 8922774"/>
              <a:gd name="connsiteY30" fmla="*/ 6533536 h 9483213"/>
              <a:gd name="connsiteX31" fmla="*/ 6518787 w 8922774"/>
              <a:gd name="connsiteY31" fmla="*/ 6622026 h 9483213"/>
              <a:gd name="connsiteX32" fmla="*/ 6902245 w 8922774"/>
              <a:gd name="connsiteY32" fmla="*/ 6710516 h 9483213"/>
              <a:gd name="connsiteX33" fmla="*/ 7182465 w 8922774"/>
              <a:gd name="connsiteY33" fmla="*/ 6695768 h 9483213"/>
              <a:gd name="connsiteX34" fmla="*/ 5707626 w 8922774"/>
              <a:gd name="connsiteY34" fmla="*/ 7978878 h 9483213"/>
              <a:gd name="connsiteX35" fmla="*/ 7315200 w 8922774"/>
              <a:gd name="connsiteY35" fmla="*/ 9483213 h 9483213"/>
              <a:gd name="connsiteX36" fmla="*/ 6061587 w 8922774"/>
              <a:gd name="connsiteY36" fmla="*/ 9409471 h 9483213"/>
              <a:gd name="connsiteX37" fmla="*/ 4572000 w 8922774"/>
              <a:gd name="connsiteY37" fmla="*/ 9144000 h 9483213"/>
              <a:gd name="connsiteX38" fmla="*/ 3156155 w 8922774"/>
              <a:gd name="connsiteY38" fmla="*/ 8642555 h 9483213"/>
              <a:gd name="connsiteX39" fmla="*/ 1932039 w 8922774"/>
              <a:gd name="connsiteY39" fmla="*/ 7964129 h 9483213"/>
              <a:gd name="connsiteX40" fmla="*/ 1061884 w 8922774"/>
              <a:gd name="connsiteY40" fmla="*/ 7226710 h 9483213"/>
              <a:gd name="connsiteX41" fmla="*/ 530942 w 8922774"/>
              <a:gd name="connsiteY41" fmla="*/ 6533536 h 9483213"/>
              <a:gd name="connsiteX42" fmla="*/ 162232 w 8922774"/>
              <a:gd name="connsiteY42" fmla="*/ 5751871 h 9483213"/>
              <a:gd name="connsiteX43" fmla="*/ 0 w 8922774"/>
              <a:gd name="connsiteY43" fmla="*/ 4984955 h 9483213"/>
              <a:gd name="connsiteX44" fmla="*/ 29497 w 8922774"/>
              <a:gd name="connsiteY44" fmla="*/ 4100052 h 9483213"/>
              <a:gd name="connsiteX45" fmla="*/ 294968 w 8922774"/>
              <a:gd name="connsiteY45" fmla="*/ 3347884 h 9483213"/>
              <a:gd name="connsiteX46" fmla="*/ 648929 w 8922774"/>
              <a:gd name="connsiteY46" fmla="*/ 2728452 h 9483213"/>
              <a:gd name="connsiteX47" fmla="*/ 1165123 w 8922774"/>
              <a:gd name="connsiteY47" fmla="*/ 2138516 h 9483213"/>
              <a:gd name="connsiteX48" fmla="*/ 1681316 w 8922774"/>
              <a:gd name="connsiteY48" fmla="*/ 1681316 h 9483213"/>
              <a:gd name="connsiteX49" fmla="*/ 2286000 w 8922774"/>
              <a:gd name="connsiteY49" fmla="*/ 1268361 h 9483213"/>
              <a:gd name="connsiteX50" fmla="*/ 2875936 w 8922774"/>
              <a:gd name="connsiteY50" fmla="*/ 943897 h 9483213"/>
              <a:gd name="connsiteX51" fmla="*/ 3687097 w 8922774"/>
              <a:gd name="connsiteY51" fmla="*/ 604684 h 9483213"/>
              <a:gd name="connsiteX0" fmla="*/ 6002594 w 8922774"/>
              <a:gd name="connsiteY0" fmla="*/ 58994 h 9483213"/>
              <a:gd name="connsiteX1" fmla="*/ 6533536 w 8922774"/>
              <a:gd name="connsiteY1" fmla="*/ 14748 h 9483213"/>
              <a:gd name="connsiteX2" fmla="*/ 6946490 w 8922774"/>
              <a:gd name="connsiteY2" fmla="*/ 14748 h 9483213"/>
              <a:gd name="connsiteX3" fmla="*/ 7300452 w 8922774"/>
              <a:gd name="connsiteY3" fmla="*/ 0 h 9483213"/>
              <a:gd name="connsiteX4" fmla="*/ 2713703 w 8922774"/>
              <a:gd name="connsiteY4" fmla="*/ 1032387 h 9483213"/>
              <a:gd name="connsiteX5" fmla="*/ 3097161 w 8922774"/>
              <a:gd name="connsiteY5" fmla="*/ 840658 h 9483213"/>
              <a:gd name="connsiteX6" fmla="*/ 3657600 w 8922774"/>
              <a:gd name="connsiteY6" fmla="*/ 619432 h 9483213"/>
              <a:gd name="connsiteX7" fmla="*/ 6607277 w 8922774"/>
              <a:gd name="connsiteY7" fmla="*/ 14748 h 9483213"/>
              <a:gd name="connsiteX8" fmla="*/ 7034981 w 8922774"/>
              <a:gd name="connsiteY8" fmla="*/ 0 h 9483213"/>
              <a:gd name="connsiteX9" fmla="*/ 7344697 w 8922774"/>
              <a:gd name="connsiteY9" fmla="*/ 0 h 9483213"/>
              <a:gd name="connsiteX10" fmla="*/ 8922774 w 8922774"/>
              <a:gd name="connsiteY10" fmla="*/ 1415845 h 9483213"/>
              <a:gd name="connsiteX11" fmla="*/ 7197213 w 8922774"/>
              <a:gd name="connsiteY11" fmla="*/ 2861187 h 9483213"/>
              <a:gd name="connsiteX12" fmla="*/ 7020232 w 8922774"/>
              <a:gd name="connsiteY12" fmla="*/ 2861187 h 9483213"/>
              <a:gd name="connsiteX13" fmla="*/ 6769510 w 8922774"/>
              <a:gd name="connsiteY13" fmla="*/ 2875936 h 9483213"/>
              <a:gd name="connsiteX14" fmla="*/ 6533536 w 8922774"/>
              <a:gd name="connsiteY14" fmla="*/ 2934929 h 9483213"/>
              <a:gd name="connsiteX15" fmla="*/ 6297561 w 8922774"/>
              <a:gd name="connsiteY15" fmla="*/ 2979174 h 9483213"/>
              <a:gd name="connsiteX16" fmla="*/ 6046839 w 8922774"/>
              <a:gd name="connsiteY16" fmla="*/ 3067665 h 9483213"/>
              <a:gd name="connsiteX17" fmla="*/ 5722374 w 8922774"/>
              <a:gd name="connsiteY17" fmla="*/ 3215148 h 9483213"/>
              <a:gd name="connsiteX18" fmla="*/ 5456903 w 8922774"/>
              <a:gd name="connsiteY18" fmla="*/ 3362632 h 9483213"/>
              <a:gd name="connsiteX19" fmla="*/ 5220929 w 8922774"/>
              <a:gd name="connsiteY19" fmla="*/ 3569110 h 9483213"/>
              <a:gd name="connsiteX20" fmla="*/ 4999703 w 8922774"/>
              <a:gd name="connsiteY20" fmla="*/ 3805084 h 9483213"/>
              <a:gd name="connsiteX21" fmla="*/ 4778477 w 8922774"/>
              <a:gd name="connsiteY21" fmla="*/ 4129548 h 9483213"/>
              <a:gd name="connsiteX22" fmla="*/ 4660490 w 8922774"/>
              <a:gd name="connsiteY22" fmla="*/ 4483510 h 9483213"/>
              <a:gd name="connsiteX23" fmla="*/ 4645742 w 8922774"/>
              <a:gd name="connsiteY23" fmla="*/ 4911213 h 9483213"/>
              <a:gd name="connsiteX24" fmla="*/ 4719484 w 8922774"/>
              <a:gd name="connsiteY24" fmla="*/ 5294671 h 9483213"/>
              <a:gd name="connsiteX25" fmla="*/ 4793226 w 8922774"/>
              <a:gd name="connsiteY25" fmla="*/ 5427407 h 9483213"/>
              <a:gd name="connsiteX26" fmla="*/ 4970206 w 8922774"/>
              <a:gd name="connsiteY26" fmla="*/ 5722374 h 9483213"/>
              <a:gd name="connsiteX27" fmla="*/ 5279923 w 8922774"/>
              <a:gd name="connsiteY27" fmla="*/ 6061587 h 9483213"/>
              <a:gd name="connsiteX28" fmla="*/ 5648632 w 8922774"/>
              <a:gd name="connsiteY28" fmla="*/ 6297561 h 9483213"/>
              <a:gd name="connsiteX29" fmla="*/ 6150077 w 8922774"/>
              <a:gd name="connsiteY29" fmla="*/ 6533536 h 9483213"/>
              <a:gd name="connsiteX30" fmla="*/ 6518787 w 8922774"/>
              <a:gd name="connsiteY30" fmla="*/ 6622026 h 9483213"/>
              <a:gd name="connsiteX31" fmla="*/ 6902245 w 8922774"/>
              <a:gd name="connsiteY31" fmla="*/ 6710516 h 9483213"/>
              <a:gd name="connsiteX32" fmla="*/ 7182465 w 8922774"/>
              <a:gd name="connsiteY32" fmla="*/ 6695768 h 9483213"/>
              <a:gd name="connsiteX33" fmla="*/ 5707626 w 8922774"/>
              <a:gd name="connsiteY33" fmla="*/ 7978878 h 9483213"/>
              <a:gd name="connsiteX34" fmla="*/ 7315200 w 8922774"/>
              <a:gd name="connsiteY34" fmla="*/ 9483213 h 9483213"/>
              <a:gd name="connsiteX35" fmla="*/ 6061587 w 8922774"/>
              <a:gd name="connsiteY35" fmla="*/ 9409471 h 9483213"/>
              <a:gd name="connsiteX36" fmla="*/ 4572000 w 8922774"/>
              <a:gd name="connsiteY36" fmla="*/ 9144000 h 9483213"/>
              <a:gd name="connsiteX37" fmla="*/ 3156155 w 8922774"/>
              <a:gd name="connsiteY37" fmla="*/ 8642555 h 9483213"/>
              <a:gd name="connsiteX38" fmla="*/ 1932039 w 8922774"/>
              <a:gd name="connsiteY38" fmla="*/ 7964129 h 9483213"/>
              <a:gd name="connsiteX39" fmla="*/ 1061884 w 8922774"/>
              <a:gd name="connsiteY39" fmla="*/ 7226710 h 9483213"/>
              <a:gd name="connsiteX40" fmla="*/ 530942 w 8922774"/>
              <a:gd name="connsiteY40" fmla="*/ 6533536 h 9483213"/>
              <a:gd name="connsiteX41" fmla="*/ 162232 w 8922774"/>
              <a:gd name="connsiteY41" fmla="*/ 5751871 h 9483213"/>
              <a:gd name="connsiteX42" fmla="*/ 0 w 8922774"/>
              <a:gd name="connsiteY42" fmla="*/ 4984955 h 9483213"/>
              <a:gd name="connsiteX43" fmla="*/ 29497 w 8922774"/>
              <a:gd name="connsiteY43" fmla="*/ 4100052 h 9483213"/>
              <a:gd name="connsiteX44" fmla="*/ 294968 w 8922774"/>
              <a:gd name="connsiteY44" fmla="*/ 3347884 h 9483213"/>
              <a:gd name="connsiteX45" fmla="*/ 648929 w 8922774"/>
              <a:gd name="connsiteY45" fmla="*/ 2728452 h 9483213"/>
              <a:gd name="connsiteX46" fmla="*/ 1165123 w 8922774"/>
              <a:gd name="connsiteY46" fmla="*/ 2138516 h 9483213"/>
              <a:gd name="connsiteX47" fmla="*/ 1681316 w 8922774"/>
              <a:gd name="connsiteY47" fmla="*/ 1681316 h 9483213"/>
              <a:gd name="connsiteX48" fmla="*/ 2286000 w 8922774"/>
              <a:gd name="connsiteY48" fmla="*/ 1268361 h 9483213"/>
              <a:gd name="connsiteX49" fmla="*/ 2875936 w 8922774"/>
              <a:gd name="connsiteY49" fmla="*/ 943897 h 9483213"/>
              <a:gd name="connsiteX50" fmla="*/ 3687097 w 8922774"/>
              <a:gd name="connsiteY50" fmla="*/ 604684 h 9483213"/>
              <a:gd name="connsiteX0" fmla="*/ 6002594 w 8922774"/>
              <a:gd name="connsiteY0" fmla="*/ 58994 h 9483213"/>
              <a:gd name="connsiteX1" fmla="*/ 6946490 w 8922774"/>
              <a:gd name="connsiteY1" fmla="*/ 14748 h 9483213"/>
              <a:gd name="connsiteX2" fmla="*/ 7300452 w 8922774"/>
              <a:gd name="connsiteY2" fmla="*/ 0 h 9483213"/>
              <a:gd name="connsiteX3" fmla="*/ 2713703 w 8922774"/>
              <a:gd name="connsiteY3" fmla="*/ 1032387 h 9483213"/>
              <a:gd name="connsiteX4" fmla="*/ 3097161 w 8922774"/>
              <a:gd name="connsiteY4" fmla="*/ 840658 h 9483213"/>
              <a:gd name="connsiteX5" fmla="*/ 3657600 w 8922774"/>
              <a:gd name="connsiteY5" fmla="*/ 619432 h 9483213"/>
              <a:gd name="connsiteX6" fmla="*/ 6607277 w 8922774"/>
              <a:gd name="connsiteY6" fmla="*/ 14748 h 9483213"/>
              <a:gd name="connsiteX7" fmla="*/ 7034981 w 8922774"/>
              <a:gd name="connsiteY7" fmla="*/ 0 h 9483213"/>
              <a:gd name="connsiteX8" fmla="*/ 7344697 w 8922774"/>
              <a:gd name="connsiteY8" fmla="*/ 0 h 9483213"/>
              <a:gd name="connsiteX9" fmla="*/ 8922774 w 8922774"/>
              <a:gd name="connsiteY9" fmla="*/ 1415845 h 9483213"/>
              <a:gd name="connsiteX10" fmla="*/ 7197213 w 8922774"/>
              <a:gd name="connsiteY10" fmla="*/ 2861187 h 9483213"/>
              <a:gd name="connsiteX11" fmla="*/ 7020232 w 8922774"/>
              <a:gd name="connsiteY11" fmla="*/ 2861187 h 9483213"/>
              <a:gd name="connsiteX12" fmla="*/ 6769510 w 8922774"/>
              <a:gd name="connsiteY12" fmla="*/ 2875936 h 9483213"/>
              <a:gd name="connsiteX13" fmla="*/ 6533536 w 8922774"/>
              <a:gd name="connsiteY13" fmla="*/ 2934929 h 9483213"/>
              <a:gd name="connsiteX14" fmla="*/ 6297561 w 8922774"/>
              <a:gd name="connsiteY14" fmla="*/ 2979174 h 9483213"/>
              <a:gd name="connsiteX15" fmla="*/ 6046839 w 8922774"/>
              <a:gd name="connsiteY15" fmla="*/ 3067665 h 9483213"/>
              <a:gd name="connsiteX16" fmla="*/ 5722374 w 8922774"/>
              <a:gd name="connsiteY16" fmla="*/ 3215148 h 9483213"/>
              <a:gd name="connsiteX17" fmla="*/ 5456903 w 8922774"/>
              <a:gd name="connsiteY17" fmla="*/ 3362632 h 9483213"/>
              <a:gd name="connsiteX18" fmla="*/ 5220929 w 8922774"/>
              <a:gd name="connsiteY18" fmla="*/ 3569110 h 9483213"/>
              <a:gd name="connsiteX19" fmla="*/ 4999703 w 8922774"/>
              <a:gd name="connsiteY19" fmla="*/ 3805084 h 9483213"/>
              <a:gd name="connsiteX20" fmla="*/ 4778477 w 8922774"/>
              <a:gd name="connsiteY20" fmla="*/ 4129548 h 9483213"/>
              <a:gd name="connsiteX21" fmla="*/ 4660490 w 8922774"/>
              <a:gd name="connsiteY21" fmla="*/ 4483510 h 9483213"/>
              <a:gd name="connsiteX22" fmla="*/ 4645742 w 8922774"/>
              <a:gd name="connsiteY22" fmla="*/ 4911213 h 9483213"/>
              <a:gd name="connsiteX23" fmla="*/ 4719484 w 8922774"/>
              <a:gd name="connsiteY23" fmla="*/ 5294671 h 9483213"/>
              <a:gd name="connsiteX24" fmla="*/ 4793226 w 8922774"/>
              <a:gd name="connsiteY24" fmla="*/ 5427407 h 9483213"/>
              <a:gd name="connsiteX25" fmla="*/ 4970206 w 8922774"/>
              <a:gd name="connsiteY25" fmla="*/ 5722374 h 9483213"/>
              <a:gd name="connsiteX26" fmla="*/ 5279923 w 8922774"/>
              <a:gd name="connsiteY26" fmla="*/ 6061587 h 9483213"/>
              <a:gd name="connsiteX27" fmla="*/ 5648632 w 8922774"/>
              <a:gd name="connsiteY27" fmla="*/ 6297561 h 9483213"/>
              <a:gd name="connsiteX28" fmla="*/ 6150077 w 8922774"/>
              <a:gd name="connsiteY28" fmla="*/ 6533536 h 9483213"/>
              <a:gd name="connsiteX29" fmla="*/ 6518787 w 8922774"/>
              <a:gd name="connsiteY29" fmla="*/ 6622026 h 9483213"/>
              <a:gd name="connsiteX30" fmla="*/ 6902245 w 8922774"/>
              <a:gd name="connsiteY30" fmla="*/ 6710516 h 9483213"/>
              <a:gd name="connsiteX31" fmla="*/ 7182465 w 8922774"/>
              <a:gd name="connsiteY31" fmla="*/ 6695768 h 9483213"/>
              <a:gd name="connsiteX32" fmla="*/ 5707626 w 8922774"/>
              <a:gd name="connsiteY32" fmla="*/ 7978878 h 9483213"/>
              <a:gd name="connsiteX33" fmla="*/ 7315200 w 8922774"/>
              <a:gd name="connsiteY33" fmla="*/ 9483213 h 9483213"/>
              <a:gd name="connsiteX34" fmla="*/ 6061587 w 8922774"/>
              <a:gd name="connsiteY34" fmla="*/ 9409471 h 9483213"/>
              <a:gd name="connsiteX35" fmla="*/ 4572000 w 8922774"/>
              <a:gd name="connsiteY35" fmla="*/ 9144000 h 9483213"/>
              <a:gd name="connsiteX36" fmla="*/ 3156155 w 8922774"/>
              <a:gd name="connsiteY36" fmla="*/ 8642555 h 9483213"/>
              <a:gd name="connsiteX37" fmla="*/ 1932039 w 8922774"/>
              <a:gd name="connsiteY37" fmla="*/ 7964129 h 9483213"/>
              <a:gd name="connsiteX38" fmla="*/ 1061884 w 8922774"/>
              <a:gd name="connsiteY38" fmla="*/ 7226710 h 9483213"/>
              <a:gd name="connsiteX39" fmla="*/ 530942 w 8922774"/>
              <a:gd name="connsiteY39" fmla="*/ 6533536 h 9483213"/>
              <a:gd name="connsiteX40" fmla="*/ 162232 w 8922774"/>
              <a:gd name="connsiteY40" fmla="*/ 5751871 h 9483213"/>
              <a:gd name="connsiteX41" fmla="*/ 0 w 8922774"/>
              <a:gd name="connsiteY41" fmla="*/ 4984955 h 9483213"/>
              <a:gd name="connsiteX42" fmla="*/ 29497 w 8922774"/>
              <a:gd name="connsiteY42" fmla="*/ 4100052 h 9483213"/>
              <a:gd name="connsiteX43" fmla="*/ 294968 w 8922774"/>
              <a:gd name="connsiteY43" fmla="*/ 3347884 h 9483213"/>
              <a:gd name="connsiteX44" fmla="*/ 648929 w 8922774"/>
              <a:gd name="connsiteY44" fmla="*/ 2728452 h 9483213"/>
              <a:gd name="connsiteX45" fmla="*/ 1165123 w 8922774"/>
              <a:gd name="connsiteY45" fmla="*/ 2138516 h 9483213"/>
              <a:gd name="connsiteX46" fmla="*/ 1681316 w 8922774"/>
              <a:gd name="connsiteY46" fmla="*/ 1681316 h 9483213"/>
              <a:gd name="connsiteX47" fmla="*/ 2286000 w 8922774"/>
              <a:gd name="connsiteY47" fmla="*/ 1268361 h 9483213"/>
              <a:gd name="connsiteX48" fmla="*/ 2875936 w 8922774"/>
              <a:gd name="connsiteY48" fmla="*/ 943897 h 9483213"/>
              <a:gd name="connsiteX49" fmla="*/ 3687097 w 8922774"/>
              <a:gd name="connsiteY49" fmla="*/ 604684 h 9483213"/>
              <a:gd name="connsiteX0" fmla="*/ 6002594 w 8922774"/>
              <a:gd name="connsiteY0" fmla="*/ 58994 h 9483213"/>
              <a:gd name="connsiteX1" fmla="*/ 6946490 w 8922774"/>
              <a:gd name="connsiteY1" fmla="*/ 14748 h 9483213"/>
              <a:gd name="connsiteX2" fmla="*/ 7300452 w 8922774"/>
              <a:gd name="connsiteY2" fmla="*/ 0 h 9483213"/>
              <a:gd name="connsiteX3" fmla="*/ 2713703 w 8922774"/>
              <a:gd name="connsiteY3" fmla="*/ 1032387 h 9483213"/>
              <a:gd name="connsiteX4" fmla="*/ 3097161 w 8922774"/>
              <a:gd name="connsiteY4" fmla="*/ 840658 h 9483213"/>
              <a:gd name="connsiteX5" fmla="*/ 3657600 w 8922774"/>
              <a:gd name="connsiteY5" fmla="*/ 619432 h 9483213"/>
              <a:gd name="connsiteX6" fmla="*/ 6607277 w 8922774"/>
              <a:gd name="connsiteY6" fmla="*/ 14748 h 9483213"/>
              <a:gd name="connsiteX7" fmla="*/ 7034981 w 8922774"/>
              <a:gd name="connsiteY7" fmla="*/ 0 h 9483213"/>
              <a:gd name="connsiteX8" fmla="*/ 7344697 w 8922774"/>
              <a:gd name="connsiteY8" fmla="*/ 0 h 9483213"/>
              <a:gd name="connsiteX9" fmla="*/ 8922774 w 8922774"/>
              <a:gd name="connsiteY9" fmla="*/ 1415845 h 9483213"/>
              <a:gd name="connsiteX10" fmla="*/ 7197213 w 8922774"/>
              <a:gd name="connsiteY10" fmla="*/ 2861187 h 9483213"/>
              <a:gd name="connsiteX11" fmla="*/ 7020232 w 8922774"/>
              <a:gd name="connsiteY11" fmla="*/ 2861187 h 9483213"/>
              <a:gd name="connsiteX12" fmla="*/ 6769510 w 8922774"/>
              <a:gd name="connsiteY12" fmla="*/ 2875936 h 9483213"/>
              <a:gd name="connsiteX13" fmla="*/ 6533536 w 8922774"/>
              <a:gd name="connsiteY13" fmla="*/ 2934929 h 9483213"/>
              <a:gd name="connsiteX14" fmla="*/ 6297561 w 8922774"/>
              <a:gd name="connsiteY14" fmla="*/ 2979174 h 9483213"/>
              <a:gd name="connsiteX15" fmla="*/ 6046839 w 8922774"/>
              <a:gd name="connsiteY15" fmla="*/ 3067665 h 9483213"/>
              <a:gd name="connsiteX16" fmla="*/ 5722374 w 8922774"/>
              <a:gd name="connsiteY16" fmla="*/ 3215148 h 9483213"/>
              <a:gd name="connsiteX17" fmla="*/ 5456903 w 8922774"/>
              <a:gd name="connsiteY17" fmla="*/ 3362632 h 9483213"/>
              <a:gd name="connsiteX18" fmla="*/ 5220929 w 8922774"/>
              <a:gd name="connsiteY18" fmla="*/ 3569110 h 9483213"/>
              <a:gd name="connsiteX19" fmla="*/ 4999703 w 8922774"/>
              <a:gd name="connsiteY19" fmla="*/ 3805084 h 9483213"/>
              <a:gd name="connsiteX20" fmla="*/ 4778477 w 8922774"/>
              <a:gd name="connsiteY20" fmla="*/ 4129548 h 9483213"/>
              <a:gd name="connsiteX21" fmla="*/ 4660490 w 8922774"/>
              <a:gd name="connsiteY21" fmla="*/ 4483510 h 9483213"/>
              <a:gd name="connsiteX22" fmla="*/ 4645742 w 8922774"/>
              <a:gd name="connsiteY22" fmla="*/ 4911213 h 9483213"/>
              <a:gd name="connsiteX23" fmla="*/ 4719484 w 8922774"/>
              <a:gd name="connsiteY23" fmla="*/ 5294671 h 9483213"/>
              <a:gd name="connsiteX24" fmla="*/ 4793226 w 8922774"/>
              <a:gd name="connsiteY24" fmla="*/ 5427407 h 9483213"/>
              <a:gd name="connsiteX25" fmla="*/ 4970206 w 8922774"/>
              <a:gd name="connsiteY25" fmla="*/ 5722374 h 9483213"/>
              <a:gd name="connsiteX26" fmla="*/ 5279923 w 8922774"/>
              <a:gd name="connsiteY26" fmla="*/ 6061587 h 9483213"/>
              <a:gd name="connsiteX27" fmla="*/ 5648632 w 8922774"/>
              <a:gd name="connsiteY27" fmla="*/ 6297561 h 9483213"/>
              <a:gd name="connsiteX28" fmla="*/ 6150077 w 8922774"/>
              <a:gd name="connsiteY28" fmla="*/ 6533536 h 9483213"/>
              <a:gd name="connsiteX29" fmla="*/ 6518787 w 8922774"/>
              <a:gd name="connsiteY29" fmla="*/ 6622026 h 9483213"/>
              <a:gd name="connsiteX30" fmla="*/ 6902245 w 8922774"/>
              <a:gd name="connsiteY30" fmla="*/ 6710516 h 9483213"/>
              <a:gd name="connsiteX31" fmla="*/ 7182465 w 8922774"/>
              <a:gd name="connsiteY31" fmla="*/ 6695768 h 9483213"/>
              <a:gd name="connsiteX32" fmla="*/ 5707626 w 8922774"/>
              <a:gd name="connsiteY32" fmla="*/ 7978878 h 9483213"/>
              <a:gd name="connsiteX33" fmla="*/ 7315200 w 8922774"/>
              <a:gd name="connsiteY33" fmla="*/ 9483213 h 9483213"/>
              <a:gd name="connsiteX34" fmla="*/ 6061587 w 8922774"/>
              <a:gd name="connsiteY34" fmla="*/ 9409471 h 9483213"/>
              <a:gd name="connsiteX35" fmla="*/ 4572000 w 8922774"/>
              <a:gd name="connsiteY35" fmla="*/ 9144000 h 9483213"/>
              <a:gd name="connsiteX36" fmla="*/ 3156155 w 8922774"/>
              <a:gd name="connsiteY36" fmla="*/ 8642555 h 9483213"/>
              <a:gd name="connsiteX37" fmla="*/ 1932039 w 8922774"/>
              <a:gd name="connsiteY37" fmla="*/ 7964129 h 9483213"/>
              <a:gd name="connsiteX38" fmla="*/ 1061884 w 8922774"/>
              <a:gd name="connsiteY38" fmla="*/ 7226710 h 9483213"/>
              <a:gd name="connsiteX39" fmla="*/ 530942 w 8922774"/>
              <a:gd name="connsiteY39" fmla="*/ 6533536 h 9483213"/>
              <a:gd name="connsiteX40" fmla="*/ 162232 w 8922774"/>
              <a:gd name="connsiteY40" fmla="*/ 5751871 h 9483213"/>
              <a:gd name="connsiteX41" fmla="*/ 0 w 8922774"/>
              <a:gd name="connsiteY41" fmla="*/ 4984955 h 9483213"/>
              <a:gd name="connsiteX42" fmla="*/ 29497 w 8922774"/>
              <a:gd name="connsiteY42" fmla="*/ 4100052 h 9483213"/>
              <a:gd name="connsiteX43" fmla="*/ 294968 w 8922774"/>
              <a:gd name="connsiteY43" fmla="*/ 3347884 h 9483213"/>
              <a:gd name="connsiteX44" fmla="*/ 648929 w 8922774"/>
              <a:gd name="connsiteY44" fmla="*/ 2728452 h 9483213"/>
              <a:gd name="connsiteX45" fmla="*/ 1165123 w 8922774"/>
              <a:gd name="connsiteY45" fmla="*/ 2138516 h 9483213"/>
              <a:gd name="connsiteX46" fmla="*/ 1681316 w 8922774"/>
              <a:gd name="connsiteY46" fmla="*/ 1681316 h 9483213"/>
              <a:gd name="connsiteX47" fmla="*/ 2286000 w 8922774"/>
              <a:gd name="connsiteY47" fmla="*/ 1268361 h 9483213"/>
              <a:gd name="connsiteX48" fmla="*/ 2875936 w 8922774"/>
              <a:gd name="connsiteY48" fmla="*/ 943897 h 9483213"/>
              <a:gd name="connsiteX0" fmla="*/ 6002594 w 8922774"/>
              <a:gd name="connsiteY0" fmla="*/ 58994 h 9483213"/>
              <a:gd name="connsiteX1" fmla="*/ 6946490 w 8922774"/>
              <a:gd name="connsiteY1" fmla="*/ 14748 h 9483213"/>
              <a:gd name="connsiteX2" fmla="*/ 7300452 w 8922774"/>
              <a:gd name="connsiteY2" fmla="*/ 0 h 9483213"/>
              <a:gd name="connsiteX3" fmla="*/ 2713703 w 8922774"/>
              <a:gd name="connsiteY3" fmla="*/ 1032387 h 9483213"/>
              <a:gd name="connsiteX4" fmla="*/ 3097161 w 8922774"/>
              <a:gd name="connsiteY4" fmla="*/ 840658 h 9483213"/>
              <a:gd name="connsiteX5" fmla="*/ 6607277 w 8922774"/>
              <a:gd name="connsiteY5" fmla="*/ 14748 h 9483213"/>
              <a:gd name="connsiteX6" fmla="*/ 7034981 w 8922774"/>
              <a:gd name="connsiteY6" fmla="*/ 0 h 9483213"/>
              <a:gd name="connsiteX7" fmla="*/ 7344697 w 8922774"/>
              <a:gd name="connsiteY7" fmla="*/ 0 h 9483213"/>
              <a:gd name="connsiteX8" fmla="*/ 8922774 w 8922774"/>
              <a:gd name="connsiteY8" fmla="*/ 1415845 h 9483213"/>
              <a:gd name="connsiteX9" fmla="*/ 7197213 w 8922774"/>
              <a:gd name="connsiteY9" fmla="*/ 2861187 h 9483213"/>
              <a:gd name="connsiteX10" fmla="*/ 7020232 w 8922774"/>
              <a:gd name="connsiteY10" fmla="*/ 2861187 h 9483213"/>
              <a:gd name="connsiteX11" fmla="*/ 6769510 w 8922774"/>
              <a:gd name="connsiteY11" fmla="*/ 2875936 h 9483213"/>
              <a:gd name="connsiteX12" fmla="*/ 6533536 w 8922774"/>
              <a:gd name="connsiteY12" fmla="*/ 2934929 h 9483213"/>
              <a:gd name="connsiteX13" fmla="*/ 6297561 w 8922774"/>
              <a:gd name="connsiteY13" fmla="*/ 2979174 h 9483213"/>
              <a:gd name="connsiteX14" fmla="*/ 6046839 w 8922774"/>
              <a:gd name="connsiteY14" fmla="*/ 3067665 h 9483213"/>
              <a:gd name="connsiteX15" fmla="*/ 5722374 w 8922774"/>
              <a:gd name="connsiteY15" fmla="*/ 3215148 h 9483213"/>
              <a:gd name="connsiteX16" fmla="*/ 5456903 w 8922774"/>
              <a:gd name="connsiteY16" fmla="*/ 3362632 h 9483213"/>
              <a:gd name="connsiteX17" fmla="*/ 5220929 w 8922774"/>
              <a:gd name="connsiteY17" fmla="*/ 3569110 h 9483213"/>
              <a:gd name="connsiteX18" fmla="*/ 4999703 w 8922774"/>
              <a:gd name="connsiteY18" fmla="*/ 3805084 h 9483213"/>
              <a:gd name="connsiteX19" fmla="*/ 4778477 w 8922774"/>
              <a:gd name="connsiteY19" fmla="*/ 4129548 h 9483213"/>
              <a:gd name="connsiteX20" fmla="*/ 4660490 w 8922774"/>
              <a:gd name="connsiteY20" fmla="*/ 4483510 h 9483213"/>
              <a:gd name="connsiteX21" fmla="*/ 4645742 w 8922774"/>
              <a:gd name="connsiteY21" fmla="*/ 4911213 h 9483213"/>
              <a:gd name="connsiteX22" fmla="*/ 4719484 w 8922774"/>
              <a:gd name="connsiteY22" fmla="*/ 5294671 h 9483213"/>
              <a:gd name="connsiteX23" fmla="*/ 4793226 w 8922774"/>
              <a:gd name="connsiteY23" fmla="*/ 5427407 h 9483213"/>
              <a:gd name="connsiteX24" fmla="*/ 4970206 w 8922774"/>
              <a:gd name="connsiteY24" fmla="*/ 5722374 h 9483213"/>
              <a:gd name="connsiteX25" fmla="*/ 5279923 w 8922774"/>
              <a:gd name="connsiteY25" fmla="*/ 6061587 h 9483213"/>
              <a:gd name="connsiteX26" fmla="*/ 5648632 w 8922774"/>
              <a:gd name="connsiteY26" fmla="*/ 6297561 h 9483213"/>
              <a:gd name="connsiteX27" fmla="*/ 6150077 w 8922774"/>
              <a:gd name="connsiteY27" fmla="*/ 6533536 h 9483213"/>
              <a:gd name="connsiteX28" fmla="*/ 6518787 w 8922774"/>
              <a:gd name="connsiteY28" fmla="*/ 6622026 h 9483213"/>
              <a:gd name="connsiteX29" fmla="*/ 6902245 w 8922774"/>
              <a:gd name="connsiteY29" fmla="*/ 6710516 h 9483213"/>
              <a:gd name="connsiteX30" fmla="*/ 7182465 w 8922774"/>
              <a:gd name="connsiteY30" fmla="*/ 6695768 h 9483213"/>
              <a:gd name="connsiteX31" fmla="*/ 5707626 w 8922774"/>
              <a:gd name="connsiteY31" fmla="*/ 7978878 h 9483213"/>
              <a:gd name="connsiteX32" fmla="*/ 7315200 w 8922774"/>
              <a:gd name="connsiteY32" fmla="*/ 9483213 h 9483213"/>
              <a:gd name="connsiteX33" fmla="*/ 6061587 w 8922774"/>
              <a:gd name="connsiteY33" fmla="*/ 9409471 h 9483213"/>
              <a:gd name="connsiteX34" fmla="*/ 4572000 w 8922774"/>
              <a:gd name="connsiteY34" fmla="*/ 9144000 h 9483213"/>
              <a:gd name="connsiteX35" fmla="*/ 3156155 w 8922774"/>
              <a:gd name="connsiteY35" fmla="*/ 8642555 h 9483213"/>
              <a:gd name="connsiteX36" fmla="*/ 1932039 w 8922774"/>
              <a:gd name="connsiteY36" fmla="*/ 7964129 h 9483213"/>
              <a:gd name="connsiteX37" fmla="*/ 1061884 w 8922774"/>
              <a:gd name="connsiteY37" fmla="*/ 7226710 h 9483213"/>
              <a:gd name="connsiteX38" fmla="*/ 530942 w 8922774"/>
              <a:gd name="connsiteY38" fmla="*/ 6533536 h 9483213"/>
              <a:gd name="connsiteX39" fmla="*/ 162232 w 8922774"/>
              <a:gd name="connsiteY39" fmla="*/ 5751871 h 9483213"/>
              <a:gd name="connsiteX40" fmla="*/ 0 w 8922774"/>
              <a:gd name="connsiteY40" fmla="*/ 4984955 h 9483213"/>
              <a:gd name="connsiteX41" fmla="*/ 29497 w 8922774"/>
              <a:gd name="connsiteY41" fmla="*/ 4100052 h 9483213"/>
              <a:gd name="connsiteX42" fmla="*/ 294968 w 8922774"/>
              <a:gd name="connsiteY42" fmla="*/ 3347884 h 9483213"/>
              <a:gd name="connsiteX43" fmla="*/ 648929 w 8922774"/>
              <a:gd name="connsiteY43" fmla="*/ 2728452 h 9483213"/>
              <a:gd name="connsiteX44" fmla="*/ 1165123 w 8922774"/>
              <a:gd name="connsiteY44" fmla="*/ 2138516 h 9483213"/>
              <a:gd name="connsiteX45" fmla="*/ 1681316 w 8922774"/>
              <a:gd name="connsiteY45" fmla="*/ 1681316 h 9483213"/>
              <a:gd name="connsiteX46" fmla="*/ 2286000 w 8922774"/>
              <a:gd name="connsiteY46" fmla="*/ 1268361 h 9483213"/>
              <a:gd name="connsiteX47" fmla="*/ 2875936 w 8922774"/>
              <a:gd name="connsiteY47" fmla="*/ 943897 h 9483213"/>
              <a:gd name="connsiteX0" fmla="*/ 6002594 w 8922774"/>
              <a:gd name="connsiteY0" fmla="*/ 58994 h 9483213"/>
              <a:gd name="connsiteX1" fmla="*/ 6946490 w 8922774"/>
              <a:gd name="connsiteY1" fmla="*/ 14748 h 9483213"/>
              <a:gd name="connsiteX2" fmla="*/ 7300452 w 8922774"/>
              <a:gd name="connsiteY2" fmla="*/ 0 h 9483213"/>
              <a:gd name="connsiteX3" fmla="*/ 2713703 w 8922774"/>
              <a:gd name="connsiteY3" fmla="*/ 1032387 h 9483213"/>
              <a:gd name="connsiteX4" fmla="*/ 6607277 w 8922774"/>
              <a:gd name="connsiteY4" fmla="*/ 14748 h 9483213"/>
              <a:gd name="connsiteX5" fmla="*/ 7034981 w 8922774"/>
              <a:gd name="connsiteY5" fmla="*/ 0 h 9483213"/>
              <a:gd name="connsiteX6" fmla="*/ 7344697 w 8922774"/>
              <a:gd name="connsiteY6" fmla="*/ 0 h 9483213"/>
              <a:gd name="connsiteX7" fmla="*/ 8922774 w 8922774"/>
              <a:gd name="connsiteY7" fmla="*/ 1415845 h 9483213"/>
              <a:gd name="connsiteX8" fmla="*/ 7197213 w 8922774"/>
              <a:gd name="connsiteY8" fmla="*/ 2861187 h 9483213"/>
              <a:gd name="connsiteX9" fmla="*/ 7020232 w 8922774"/>
              <a:gd name="connsiteY9" fmla="*/ 2861187 h 9483213"/>
              <a:gd name="connsiteX10" fmla="*/ 6769510 w 8922774"/>
              <a:gd name="connsiteY10" fmla="*/ 2875936 h 9483213"/>
              <a:gd name="connsiteX11" fmla="*/ 6533536 w 8922774"/>
              <a:gd name="connsiteY11" fmla="*/ 2934929 h 9483213"/>
              <a:gd name="connsiteX12" fmla="*/ 6297561 w 8922774"/>
              <a:gd name="connsiteY12" fmla="*/ 2979174 h 9483213"/>
              <a:gd name="connsiteX13" fmla="*/ 6046839 w 8922774"/>
              <a:gd name="connsiteY13" fmla="*/ 3067665 h 9483213"/>
              <a:gd name="connsiteX14" fmla="*/ 5722374 w 8922774"/>
              <a:gd name="connsiteY14" fmla="*/ 3215148 h 9483213"/>
              <a:gd name="connsiteX15" fmla="*/ 5456903 w 8922774"/>
              <a:gd name="connsiteY15" fmla="*/ 3362632 h 9483213"/>
              <a:gd name="connsiteX16" fmla="*/ 5220929 w 8922774"/>
              <a:gd name="connsiteY16" fmla="*/ 3569110 h 9483213"/>
              <a:gd name="connsiteX17" fmla="*/ 4999703 w 8922774"/>
              <a:gd name="connsiteY17" fmla="*/ 3805084 h 9483213"/>
              <a:gd name="connsiteX18" fmla="*/ 4778477 w 8922774"/>
              <a:gd name="connsiteY18" fmla="*/ 4129548 h 9483213"/>
              <a:gd name="connsiteX19" fmla="*/ 4660490 w 8922774"/>
              <a:gd name="connsiteY19" fmla="*/ 4483510 h 9483213"/>
              <a:gd name="connsiteX20" fmla="*/ 4645742 w 8922774"/>
              <a:gd name="connsiteY20" fmla="*/ 4911213 h 9483213"/>
              <a:gd name="connsiteX21" fmla="*/ 4719484 w 8922774"/>
              <a:gd name="connsiteY21" fmla="*/ 5294671 h 9483213"/>
              <a:gd name="connsiteX22" fmla="*/ 4793226 w 8922774"/>
              <a:gd name="connsiteY22" fmla="*/ 5427407 h 9483213"/>
              <a:gd name="connsiteX23" fmla="*/ 4970206 w 8922774"/>
              <a:gd name="connsiteY23" fmla="*/ 5722374 h 9483213"/>
              <a:gd name="connsiteX24" fmla="*/ 5279923 w 8922774"/>
              <a:gd name="connsiteY24" fmla="*/ 6061587 h 9483213"/>
              <a:gd name="connsiteX25" fmla="*/ 5648632 w 8922774"/>
              <a:gd name="connsiteY25" fmla="*/ 6297561 h 9483213"/>
              <a:gd name="connsiteX26" fmla="*/ 6150077 w 8922774"/>
              <a:gd name="connsiteY26" fmla="*/ 6533536 h 9483213"/>
              <a:gd name="connsiteX27" fmla="*/ 6518787 w 8922774"/>
              <a:gd name="connsiteY27" fmla="*/ 6622026 h 9483213"/>
              <a:gd name="connsiteX28" fmla="*/ 6902245 w 8922774"/>
              <a:gd name="connsiteY28" fmla="*/ 6710516 h 9483213"/>
              <a:gd name="connsiteX29" fmla="*/ 7182465 w 8922774"/>
              <a:gd name="connsiteY29" fmla="*/ 6695768 h 9483213"/>
              <a:gd name="connsiteX30" fmla="*/ 5707626 w 8922774"/>
              <a:gd name="connsiteY30" fmla="*/ 7978878 h 9483213"/>
              <a:gd name="connsiteX31" fmla="*/ 7315200 w 8922774"/>
              <a:gd name="connsiteY31" fmla="*/ 9483213 h 9483213"/>
              <a:gd name="connsiteX32" fmla="*/ 6061587 w 8922774"/>
              <a:gd name="connsiteY32" fmla="*/ 9409471 h 9483213"/>
              <a:gd name="connsiteX33" fmla="*/ 4572000 w 8922774"/>
              <a:gd name="connsiteY33" fmla="*/ 9144000 h 9483213"/>
              <a:gd name="connsiteX34" fmla="*/ 3156155 w 8922774"/>
              <a:gd name="connsiteY34" fmla="*/ 8642555 h 9483213"/>
              <a:gd name="connsiteX35" fmla="*/ 1932039 w 8922774"/>
              <a:gd name="connsiteY35" fmla="*/ 7964129 h 9483213"/>
              <a:gd name="connsiteX36" fmla="*/ 1061884 w 8922774"/>
              <a:gd name="connsiteY36" fmla="*/ 7226710 h 9483213"/>
              <a:gd name="connsiteX37" fmla="*/ 530942 w 8922774"/>
              <a:gd name="connsiteY37" fmla="*/ 6533536 h 9483213"/>
              <a:gd name="connsiteX38" fmla="*/ 162232 w 8922774"/>
              <a:gd name="connsiteY38" fmla="*/ 5751871 h 9483213"/>
              <a:gd name="connsiteX39" fmla="*/ 0 w 8922774"/>
              <a:gd name="connsiteY39" fmla="*/ 4984955 h 9483213"/>
              <a:gd name="connsiteX40" fmla="*/ 29497 w 8922774"/>
              <a:gd name="connsiteY40" fmla="*/ 4100052 h 9483213"/>
              <a:gd name="connsiteX41" fmla="*/ 294968 w 8922774"/>
              <a:gd name="connsiteY41" fmla="*/ 3347884 h 9483213"/>
              <a:gd name="connsiteX42" fmla="*/ 648929 w 8922774"/>
              <a:gd name="connsiteY42" fmla="*/ 2728452 h 9483213"/>
              <a:gd name="connsiteX43" fmla="*/ 1165123 w 8922774"/>
              <a:gd name="connsiteY43" fmla="*/ 2138516 h 9483213"/>
              <a:gd name="connsiteX44" fmla="*/ 1681316 w 8922774"/>
              <a:gd name="connsiteY44" fmla="*/ 1681316 h 9483213"/>
              <a:gd name="connsiteX45" fmla="*/ 2286000 w 8922774"/>
              <a:gd name="connsiteY45" fmla="*/ 1268361 h 9483213"/>
              <a:gd name="connsiteX46" fmla="*/ 2875936 w 8922774"/>
              <a:gd name="connsiteY46" fmla="*/ 943897 h 9483213"/>
              <a:gd name="connsiteX0" fmla="*/ 6946490 w 8922774"/>
              <a:gd name="connsiteY0" fmla="*/ 14748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6607277 w 8922774"/>
              <a:gd name="connsiteY3" fmla="*/ 14748 h 9483213"/>
              <a:gd name="connsiteX4" fmla="*/ 7034981 w 8922774"/>
              <a:gd name="connsiteY4" fmla="*/ 0 h 9483213"/>
              <a:gd name="connsiteX5" fmla="*/ 7344697 w 8922774"/>
              <a:gd name="connsiteY5" fmla="*/ 0 h 9483213"/>
              <a:gd name="connsiteX6" fmla="*/ 8922774 w 8922774"/>
              <a:gd name="connsiteY6" fmla="*/ 1415845 h 9483213"/>
              <a:gd name="connsiteX7" fmla="*/ 7197213 w 8922774"/>
              <a:gd name="connsiteY7" fmla="*/ 2861187 h 9483213"/>
              <a:gd name="connsiteX8" fmla="*/ 7020232 w 8922774"/>
              <a:gd name="connsiteY8" fmla="*/ 2861187 h 9483213"/>
              <a:gd name="connsiteX9" fmla="*/ 6769510 w 8922774"/>
              <a:gd name="connsiteY9" fmla="*/ 2875936 h 9483213"/>
              <a:gd name="connsiteX10" fmla="*/ 6533536 w 8922774"/>
              <a:gd name="connsiteY10" fmla="*/ 2934929 h 9483213"/>
              <a:gd name="connsiteX11" fmla="*/ 6297561 w 8922774"/>
              <a:gd name="connsiteY11" fmla="*/ 2979174 h 9483213"/>
              <a:gd name="connsiteX12" fmla="*/ 6046839 w 8922774"/>
              <a:gd name="connsiteY12" fmla="*/ 3067665 h 9483213"/>
              <a:gd name="connsiteX13" fmla="*/ 5722374 w 8922774"/>
              <a:gd name="connsiteY13" fmla="*/ 3215148 h 9483213"/>
              <a:gd name="connsiteX14" fmla="*/ 5456903 w 8922774"/>
              <a:gd name="connsiteY14" fmla="*/ 3362632 h 9483213"/>
              <a:gd name="connsiteX15" fmla="*/ 5220929 w 8922774"/>
              <a:gd name="connsiteY15" fmla="*/ 3569110 h 9483213"/>
              <a:gd name="connsiteX16" fmla="*/ 4999703 w 8922774"/>
              <a:gd name="connsiteY16" fmla="*/ 3805084 h 9483213"/>
              <a:gd name="connsiteX17" fmla="*/ 4778477 w 8922774"/>
              <a:gd name="connsiteY17" fmla="*/ 4129548 h 9483213"/>
              <a:gd name="connsiteX18" fmla="*/ 4660490 w 8922774"/>
              <a:gd name="connsiteY18" fmla="*/ 4483510 h 9483213"/>
              <a:gd name="connsiteX19" fmla="*/ 4645742 w 8922774"/>
              <a:gd name="connsiteY19" fmla="*/ 4911213 h 9483213"/>
              <a:gd name="connsiteX20" fmla="*/ 4719484 w 8922774"/>
              <a:gd name="connsiteY20" fmla="*/ 5294671 h 9483213"/>
              <a:gd name="connsiteX21" fmla="*/ 4793226 w 8922774"/>
              <a:gd name="connsiteY21" fmla="*/ 5427407 h 9483213"/>
              <a:gd name="connsiteX22" fmla="*/ 4970206 w 8922774"/>
              <a:gd name="connsiteY22" fmla="*/ 5722374 h 9483213"/>
              <a:gd name="connsiteX23" fmla="*/ 5279923 w 8922774"/>
              <a:gd name="connsiteY23" fmla="*/ 6061587 h 9483213"/>
              <a:gd name="connsiteX24" fmla="*/ 5648632 w 8922774"/>
              <a:gd name="connsiteY24" fmla="*/ 6297561 h 9483213"/>
              <a:gd name="connsiteX25" fmla="*/ 6150077 w 8922774"/>
              <a:gd name="connsiteY25" fmla="*/ 6533536 h 9483213"/>
              <a:gd name="connsiteX26" fmla="*/ 6518787 w 8922774"/>
              <a:gd name="connsiteY26" fmla="*/ 6622026 h 9483213"/>
              <a:gd name="connsiteX27" fmla="*/ 6902245 w 8922774"/>
              <a:gd name="connsiteY27" fmla="*/ 6710516 h 9483213"/>
              <a:gd name="connsiteX28" fmla="*/ 7182465 w 8922774"/>
              <a:gd name="connsiteY28" fmla="*/ 6695768 h 9483213"/>
              <a:gd name="connsiteX29" fmla="*/ 5707626 w 8922774"/>
              <a:gd name="connsiteY29" fmla="*/ 7978878 h 9483213"/>
              <a:gd name="connsiteX30" fmla="*/ 7315200 w 8922774"/>
              <a:gd name="connsiteY30" fmla="*/ 9483213 h 9483213"/>
              <a:gd name="connsiteX31" fmla="*/ 6061587 w 8922774"/>
              <a:gd name="connsiteY31" fmla="*/ 9409471 h 9483213"/>
              <a:gd name="connsiteX32" fmla="*/ 4572000 w 8922774"/>
              <a:gd name="connsiteY32" fmla="*/ 9144000 h 9483213"/>
              <a:gd name="connsiteX33" fmla="*/ 3156155 w 8922774"/>
              <a:gd name="connsiteY33" fmla="*/ 8642555 h 9483213"/>
              <a:gd name="connsiteX34" fmla="*/ 1932039 w 8922774"/>
              <a:gd name="connsiteY34" fmla="*/ 7964129 h 9483213"/>
              <a:gd name="connsiteX35" fmla="*/ 1061884 w 8922774"/>
              <a:gd name="connsiteY35" fmla="*/ 7226710 h 9483213"/>
              <a:gd name="connsiteX36" fmla="*/ 530942 w 8922774"/>
              <a:gd name="connsiteY36" fmla="*/ 6533536 h 9483213"/>
              <a:gd name="connsiteX37" fmla="*/ 162232 w 8922774"/>
              <a:gd name="connsiteY37" fmla="*/ 5751871 h 9483213"/>
              <a:gd name="connsiteX38" fmla="*/ 0 w 8922774"/>
              <a:gd name="connsiteY38" fmla="*/ 4984955 h 9483213"/>
              <a:gd name="connsiteX39" fmla="*/ 29497 w 8922774"/>
              <a:gd name="connsiteY39" fmla="*/ 4100052 h 9483213"/>
              <a:gd name="connsiteX40" fmla="*/ 294968 w 8922774"/>
              <a:gd name="connsiteY40" fmla="*/ 3347884 h 9483213"/>
              <a:gd name="connsiteX41" fmla="*/ 648929 w 8922774"/>
              <a:gd name="connsiteY41" fmla="*/ 2728452 h 9483213"/>
              <a:gd name="connsiteX42" fmla="*/ 1165123 w 8922774"/>
              <a:gd name="connsiteY42" fmla="*/ 2138516 h 9483213"/>
              <a:gd name="connsiteX43" fmla="*/ 1681316 w 8922774"/>
              <a:gd name="connsiteY43" fmla="*/ 1681316 h 9483213"/>
              <a:gd name="connsiteX44" fmla="*/ 2286000 w 8922774"/>
              <a:gd name="connsiteY44" fmla="*/ 1268361 h 9483213"/>
              <a:gd name="connsiteX45" fmla="*/ 2875936 w 8922774"/>
              <a:gd name="connsiteY45" fmla="*/ 943897 h 9483213"/>
              <a:gd name="connsiteX0" fmla="*/ 6946490 w 8922774"/>
              <a:gd name="connsiteY0" fmla="*/ 14748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6607277 w 8922774"/>
              <a:gd name="connsiteY3" fmla="*/ 14748 h 9483213"/>
              <a:gd name="connsiteX4" fmla="*/ 7034981 w 8922774"/>
              <a:gd name="connsiteY4" fmla="*/ 0 h 9483213"/>
              <a:gd name="connsiteX5" fmla="*/ 7344697 w 8922774"/>
              <a:gd name="connsiteY5" fmla="*/ 0 h 9483213"/>
              <a:gd name="connsiteX6" fmla="*/ 8922774 w 8922774"/>
              <a:gd name="connsiteY6" fmla="*/ 1415845 h 9483213"/>
              <a:gd name="connsiteX7" fmla="*/ 7197213 w 8922774"/>
              <a:gd name="connsiteY7" fmla="*/ 2861187 h 9483213"/>
              <a:gd name="connsiteX8" fmla="*/ 7020232 w 8922774"/>
              <a:gd name="connsiteY8" fmla="*/ 2861187 h 9483213"/>
              <a:gd name="connsiteX9" fmla="*/ 6769510 w 8922774"/>
              <a:gd name="connsiteY9" fmla="*/ 2875936 h 9483213"/>
              <a:gd name="connsiteX10" fmla="*/ 6533536 w 8922774"/>
              <a:gd name="connsiteY10" fmla="*/ 2934929 h 9483213"/>
              <a:gd name="connsiteX11" fmla="*/ 6297561 w 8922774"/>
              <a:gd name="connsiteY11" fmla="*/ 2979174 h 9483213"/>
              <a:gd name="connsiteX12" fmla="*/ 6046839 w 8922774"/>
              <a:gd name="connsiteY12" fmla="*/ 3067665 h 9483213"/>
              <a:gd name="connsiteX13" fmla="*/ 5722374 w 8922774"/>
              <a:gd name="connsiteY13" fmla="*/ 3215148 h 9483213"/>
              <a:gd name="connsiteX14" fmla="*/ 5456903 w 8922774"/>
              <a:gd name="connsiteY14" fmla="*/ 3362632 h 9483213"/>
              <a:gd name="connsiteX15" fmla="*/ 5220929 w 8922774"/>
              <a:gd name="connsiteY15" fmla="*/ 3569110 h 9483213"/>
              <a:gd name="connsiteX16" fmla="*/ 4999703 w 8922774"/>
              <a:gd name="connsiteY16" fmla="*/ 3805084 h 9483213"/>
              <a:gd name="connsiteX17" fmla="*/ 4778477 w 8922774"/>
              <a:gd name="connsiteY17" fmla="*/ 4129548 h 9483213"/>
              <a:gd name="connsiteX18" fmla="*/ 4660490 w 8922774"/>
              <a:gd name="connsiteY18" fmla="*/ 4483510 h 9483213"/>
              <a:gd name="connsiteX19" fmla="*/ 4645742 w 8922774"/>
              <a:gd name="connsiteY19" fmla="*/ 4911213 h 9483213"/>
              <a:gd name="connsiteX20" fmla="*/ 4719484 w 8922774"/>
              <a:gd name="connsiteY20" fmla="*/ 5294671 h 9483213"/>
              <a:gd name="connsiteX21" fmla="*/ 4793226 w 8922774"/>
              <a:gd name="connsiteY21" fmla="*/ 5427407 h 9483213"/>
              <a:gd name="connsiteX22" fmla="*/ 4970206 w 8922774"/>
              <a:gd name="connsiteY22" fmla="*/ 5722374 h 9483213"/>
              <a:gd name="connsiteX23" fmla="*/ 5279923 w 8922774"/>
              <a:gd name="connsiteY23" fmla="*/ 6061587 h 9483213"/>
              <a:gd name="connsiteX24" fmla="*/ 5648632 w 8922774"/>
              <a:gd name="connsiteY24" fmla="*/ 6297561 h 9483213"/>
              <a:gd name="connsiteX25" fmla="*/ 6150077 w 8922774"/>
              <a:gd name="connsiteY25" fmla="*/ 6533536 h 9483213"/>
              <a:gd name="connsiteX26" fmla="*/ 6518787 w 8922774"/>
              <a:gd name="connsiteY26" fmla="*/ 6622026 h 9483213"/>
              <a:gd name="connsiteX27" fmla="*/ 6902245 w 8922774"/>
              <a:gd name="connsiteY27" fmla="*/ 6710516 h 9483213"/>
              <a:gd name="connsiteX28" fmla="*/ 7182465 w 8922774"/>
              <a:gd name="connsiteY28" fmla="*/ 6695768 h 9483213"/>
              <a:gd name="connsiteX29" fmla="*/ 5707626 w 8922774"/>
              <a:gd name="connsiteY29" fmla="*/ 7978878 h 9483213"/>
              <a:gd name="connsiteX30" fmla="*/ 7315200 w 8922774"/>
              <a:gd name="connsiteY30" fmla="*/ 9483213 h 9483213"/>
              <a:gd name="connsiteX31" fmla="*/ 6061587 w 8922774"/>
              <a:gd name="connsiteY31" fmla="*/ 9409471 h 9483213"/>
              <a:gd name="connsiteX32" fmla="*/ 4572000 w 8922774"/>
              <a:gd name="connsiteY32" fmla="*/ 9144000 h 9483213"/>
              <a:gd name="connsiteX33" fmla="*/ 3156155 w 8922774"/>
              <a:gd name="connsiteY33" fmla="*/ 8642555 h 9483213"/>
              <a:gd name="connsiteX34" fmla="*/ 1932039 w 8922774"/>
              <a:gd name="connsiteY34" fmla="*/ 7964129 h 9483213"/>
              <a:gd name="connsiteX35" fmla="*/ 1061884 w 8922774"/>
              <a:gd name="connsiteY35" fmla="*/ 7226710 h 9483213"/>
              <a:gd name="connsiteX36" fmla="*/ 530942 w 8922774"/>
              <a:gd name="connsiteY36" fmla="*/ 6533536 h 9483213"/>
              <a:gd name="connsiteX37" fmla="*/ 162232 w 8922774"/>
              <a:gd name="connsiteY37" fmla="*/ 5751871 h 9483213"/>
              <a:gd name="connsiteX38" fmla="*/ 0 w 8922774"/>
              <a:gd name="connsiteY38" fmla="*/ 4984955 h 9483213"/>
              <a:gd name="connsiteX39" fmla="*/ 29497 w 8922774"/>
              <a:gd name="connsiteY39" fmla="*/ 4100052 h 9483213"/>
              <a:gd name="connsiteX40" fmla="*/ 294968 w 8922774"/>
              <a:gd name="connsiteY40" fmla="*/ 3347884 h 9483213"/>
              <a:gd name="connsiteX41" fmla="*/ 648929 w 8922774"/>
              <a:gd name="connsiteY41" fmla="*/ 2728452 h 9483213"/>
              <a:gd name="connsiteX42" fmla="*/ 1165123 w 8922774"/>
              <a:gd name="connsiteY42" fmla="*/ 2138516 h 9483213"/>
              <a:gd name="connsiteX43" fmla="*/ 1681316 w 8922774"/>
              <a:gd name="connsiteY43" fmla="*/ 1681316 h 9483213"/>
              <a:gd name="connsiteX44" fmla="*/ 2286000 w 8922774"/>
              <a:gd name="connsiteY44" fmla="*/ 1268361 h 9483213"/>
              <a:gd name="connsiteX45" fmla="*/ 2875936 w 8922774"/>
              <a:gd name="connsiteY45" fmla="*/ 943897 h 9483213"/>
              <a:gd name="connsiteX46" fmla="*/ 6946490 w 8922774"/>
              <a:gd name="connsiteY46" fmla="*/ 14748 h 9483213"/>
              <a:gd name="connsiteX0" fmla="*/ 6946490 w 8922774"/>
              <a:gd name="connsiteY0" fmla="*/ 14748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7034981 w 8922774"/>
              <a:gd name="connsiteY3" fmla="*/ 0 h 9483213"/>
              <a:gd name="connsiteX4" fmla="*/ 7344697 w 8922774"/>
              <a:gd name="connsiteY4" fmla="*/ 0 h 9483213"/>
              <a:gd name="connsiteX5" fmla="*/ 8922774 w 8922774"/>
              <a:gd name="connsiteY5" fmla="*/ 1415845 h 9483213"/>
              <a:gd name="connsiteX6" fmla="*/ 7197213 w 8922774"/>
              <a:gd name="connsiteY6" fmla="*/ 2861187 h 9483213"/>
              <a:gd name="connsiteX7" fmla="*/ 7020232 w 8922774"/>
              <a:gd name="connsiteY7" fmla="*/ 2861187 h 9483213"/>
              <a:gd name="connsiteX8" fmla="*/ 6769510 w 8922774"/>
              <a:gd name="connsiteY8" fmla="*/ 2875936 h 9483213"/>
              <a:gd name="connsiteX9" fmla="*/ 6533536 w 8922774"/>
              <a:gd name="connsiteY9" fmla="*/ 2934929 h 9483213"/>
              <a:gd name="connsiteX10" fmla="*/ 6297561 w 8922774"/>
              <a:gd name="connsiteY10" fmla="*/ 2979174 h 9483213"/>
              <a:gd name="connsiteX11" fmla="*/ 6046839 w 8922774"/>
              <a:gd name="connsiteY11" fmla="*/ 3067665 h 9483213"/>
              <a:gd name="connsiteX12" fmla="*/ 5722374 w 8922774"/>
              <a:gd name="connsiteY12" fmla="*/ 3215148 h 9483213"/>
              <a:gd name="connsiteX13" fmla="*/ 5456903 w 8922774"/>
              <a:gd name="connsiteY13" fmla="*/ 3362632 h 9483213"/>
              <a:gd name="connsiteX14" fmla="*/ 5220929 w 8922774"/>
              <a:gd name="connsiteY14" fmla="*/ 3569110 h 9483213"/>
              <a:gd name="connsiteX15" fmla="*/ 4999703 w 8922774"/>
              <a:gd name="connsiteY15" fmla="*/ 3805084 h 9483213"/>
              <a:gd name="connsiteX16" fmla="*/ 4778477 w 8922774"/>
              <a:gd name="connsiteY16" fmla="*/ 4129548 h 9483213"/>
              <a:gd name="connsiteX17" fmla="*/ 4660490 w 8922774"/>
              <a:gd name="connsiteY17" fmla="*/ 4483510 h 9483213"/>
              <a:gd name="connsiteX18" fmla="*/ 4645742 w 8922774"/>
              <a:gd name="connsiteY18" fmla="*/ 4911213 h 9483213"/>
              <a:gd name="connsiteX19" fmla="*/ 4719484 w 8922774"/>
              <a:gd name="connsiteY19" fmla="*/ 5294671 h 9483213"/>
              <a:gd name="connsiteX20" fmla="*/ 4793226 w 8922774"/>
              <a:gd name="connsiteY20" fmla="*/ 5427407 h 9483213"/>
              <a:gd name="connsiteX21" fmla="*/ 4970206 w 8922774"/>
              <a:gd name="connsiteY21" fmla="*/ 5722374 h 9483213"/>
              <a:gd name="connsiteX22" fmla="*/ 5279923 w 8922774"/>
              <a:gd name="connsiteY22" fmla="*/ 6061587 h 9483213"/>
              <a:gd name="connsiteX23" fmla="*/ 5648632 w 8922774"/>
              <a:gd name="connsiteY23" fmla="*/ 6297561 h 9483213"/>
              <a:gd name="connsiteX24" fmla="*/ 6150077 w 8922774"/>
              <a:gd name="connsiteY24" fmla="*/ 6533536 h 9483213"/>
              <a:gd name="connsiteX25" fmla="*/ 6518787 w 8922774"/>
              <a:gd name="connsiteY25" fmla="*/ 6622026 h 9483213"/>
              <a:gd name="connsiteX26" fmla="*/ 6902245 w 8922774"/>
              <a:gd name="connsiteY26" fmla="*/ 6710516 h 9483213"/>
              <a:gd name="connsiteX27" fmla="*/ 7182465 w 8922774"/>
              <a:gd name="connsiteY27" fmla="*/ 6695768 h 9483213"/>
              <a:gd name="connsiteX28" fmla="*/ 5707626 w 8922774"/>
              <a:gd name="connsiteY28" fmla="*/ 7978878 h 9483213"/>
              <a:gd name="connsiteX29" fmla="*/ 7315200 w 8922774"/>
              <a:gd name="connsiteY29" fmla="*/ 9483213 h 9483213"/>
              <a:gd name="connsiteX30" fmla="*/ 6061587 w 8922774"/>
              <a:gd name="connsiteY30" fmla="*/ 9409471 h 9483213"/>
              <a:gd name="connsiteX31" fmla="*/ 4572000 w 8922774"/>
              <a:gd name="connsiteY31" fmla="*/ 9144000 h 9483213"/>
              <a:gd name="connsiteX32" fmla="*/ 3156155 w 8922774"/>
              <a:gd name="connsiteY32" fmla="*/ 8642555 h 9483213"/>
              <a:gd name="connsiteX33" fmla="*/ 1932039 w 8922774"/>
              <a:gd name="connsiteY33" fmla="*/ 7964129 h 9483213"/>
              <a:gd name="connsiteX34" fmla="*/ 1061884 w 8922774"/>
              <a:gd name="connsiteY34" fmla="*/ 7226710 h 9483213"/>
              <a:gd name="connsiteX35" fmla="*/ 530942 w 8922774"/>
              <a:gd name="connsiteY35" fmla="*/ 6533536 h 9483213"/>
              <a:gd name="connsiteX36" fmla="*/ 162232 w 8922774"/>
              <a:gd name="connsiteY36" fmla="*/ 5751871 h 9483213"/>
              <a:gd name="connsiteX37" fmla="*/ 0 w 8922774"/>
              <a:gd name="connsiteY37" fmla="*/ 4984955 h 9483213"/>
              <a:gd name="connsiteX38" fmla="*/ 29497 w 8922774"/>
              <a:gd name="connsiteY38" fmla="*/ 4100052 h 9483213"/>
              <a:gd name="connsiteX39" fmla="*/ 294968 w 8922774"/>
              <a:gd name="connsiteY39" fmla="*/ 3347884 h 9483213"/>
              <a:gd name="connsiteX40" fmla="*/ 648929 w 8922774"/>
              <a:gd name="connsiteY40" fmla="*/ 2728452 h 9483213"/>
              <a:gd name="connsiteX41" fmla="*/ 1165123 w 8922774"/>
              <a:gd name="connsiteY41" fmla="*/ 2138516 h 9483213"/>
              <a:gd name="connsiteX42" fmla="*/ 1681316 w 8922774"/>
              <a:gd name="connsiteY42" fmla="*/ 1681316 h 9483213"/>
              <a:gd name="connsiteX43" fmla="*/ 2286000 w 8922774"/>
              <a:gd name="connsiteY43" fmla="*/ 1268361 h 9483213"/>
              <a:gd name="connsiteX44" fmla="*/ 2875936 w 8922774"/>
              <a:gd name="connsiteY44" fmla="*/ 943897 h 9483213"/>
              <a:gd name="connsiteX45" fmla="*/ 6946490 w 8922774"/>
              <a:gd name="connsiteY45" fmla="*/ 14748 h 9483213"/>
              <a:gd name="connsiteX0" fmla="*/ 2875936 w 8922774"/>
              <a:gd name="connsiteY0" fmla="*/ 943897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7034981 w 8922774"/>
              <a:gd name="connsiteY3" fmla="*/ 0 h 9483213"/>
              <a:gd name="connsiteX4" fmla="*/ 7344697 w 8922774"/>
              <a:gd name="connsiteY4" fmla="*/ 0 h 9483213"/>
              <a:gd name="connsiteX5" fmla="*/ 8922774 w 8922774"/>
              <a:gd name="connsiteY5" fmla="*/ 1415845 h 9483213"/>
              <a:gd name="connsiteX6" fmla="*/ 7197213 w 8922774"/>
              <a:gd name="connsiteY6" fmla="*/ 2861187 h 9483213"/>
              <a:gd name="connsiteX7" fmla="*/ 7020232 w 8922774"/>
              <a:gd name="connsiteY7" fmla="*/ 2861187 h 9483213"/>
              <a:gd name="connsiteX8" fmla="*/ 6769510 w 8922774"/>
              <a:gd name="connsiteY8" fmla="*/ 2875936 h 9483213"/>
              <a:gd name="connsiteX9" fmla="*/ 6533536 w 8922774"/>
              <a:gd name="connsiteY9" fmla="*/ 2934929 h 9483213"/>
              <a:gd name="connsiteX10" fmla="*/ 6297561 w 8922774"/>
              <a:gd name="connsiteY10" fmla="*/ 2979174 h 9483213"/>
              <a:gd name="connsiteX11" fmla="*/ 6046839 w 8922774"/>
              <a:gd name="connsiteY11" fmla="*/ 3067665 h 9483213"/>
              <a:gd name="connsiteX12" fmla="*/ 5722374 w 8922774"/>
              <a:gd name="connsiteY12" fmla="*/ 3215148 h 9483213"/>
              <a:gd name="connsiteX13" fmla="*/ 5456903 w 8922774"/>
              <a:gd name="connsiteY13" fmla="*/ 3362632 h 9483213"/>
              <a:gd name="connsiteX14" fmla="*/ 5220929 w 8922774"/>
              <a:gd name="connsiteY14" fmla="*/ 3569110 h 9483213"/>
              <a:gd name="connsiteX15" fmla="*/ 4999703 w 8922774"/>
              <a:gd name="connsiteY15" fmla="*/ 3805084 h 9483213"/>
              <a:gd name="connsiteX16" fmla="*/ 4778477 w 8922774"/>
              <a:gd name="connsiteY16" fmla="*/ 4129548 h 9483213"/>
              <a:gd name="connsiteX17" fmla="*/ 4660490 w 8922774"/>
              <a:gd name="connsiteY17" fmla="*/ 4483510 h 9483213"/>
              <a:gd name="connsiteX18" fmla="*/ 4645742 w 8922774"/>
              <a:gd name="connsiteY18" fmla="*/ 4911213 h 9483213"/>
              <a:gd name="connsiteX19" fmla="*/ 4719484 w 8922774"/>
              <a:gd name="connsiteY19" fmla="*/ 5294671 h 9483213"/>
              <a:gd name="connsiteX20" fmla="*/ 4793226 w 8922774"/>
              <a:gd name="connsiteY20" fmla="*/ 5427407 h 9483213"/>
              <a:gd name="connsiteX21" fmla="*/ 4970206 w 8922774"/>
              <a:gd name="connsiteY21" fmla="*/ 5722374 h 9483213"/>
              <a:gd name="connsiteX22" fmla="*/ 5279923 w 8922774"/>
              <a:gd name="connsiteY22" fmla="*/ 6061587 h 9483213"/>
              <a:gd name="connsiteX23" fmla="*/ 5648632 w 8922774"/>
              <a:gd name="connsiteY23" fmla="*/ 6297561 h 9483213"/>
              <a:gd name="connsiteX24" fmla="*/ 6150077 w 8922774"/>
              <a:gd name="connsiteY24" fmla="*/ 6533536 h 9483213"/>
              <a:gd name="connsiteX25" fmla="*/ 6518787 w 8922774"/>
              <a:gd name="connsiteY25" fmla="*/ 6622026 h 9483213"/>
              <a:gd name="connsiteX26" fmla="*/ 6902245 w 8922774"/>
              <a:gd name="connsiteY26" fmla="*/ 6710516 h 9483213"/>
              <a:gd name="connsiteX27" fmla="*/ 7182465 w 8922774"/>
              <a:gd name="connsiteY27" fmla="*/ 6695768 h 9483213"/>
              <a:gd name="connsiteX28" fmla="*/ 5707626 w 8922774"/>
              <a:gd name="connsiteY28" fmla="*/ 7978878 h 9483213"/>
              <a:gd name="connsiteX29" fmla="*/ 7315200 w 8922774"/>
              <a:gd name="connsiteY29" fmla="*/ 9483213 h 9483213"/>
              <a:gd name="connsiteX30" fmla="*/ 6061587 w 8922774"/>
              <a:gd name="connsiteY30" fmla="*/ 9409471 h 9483213"/>
              <a:gd name="connsiteX31" fmla="*/ 4572000 w 8922774"/>
              <a:gd name="connsiteY31" fmla="*/ 9144000 h 9483213"/>
              <a:gd name="connsiteX32" fmla="*/ 3156155 w 8922774"/>
              <a:gd name="connsiteY32" fmla="*/ 8642555 h 9483213"/>
              <a:gd name="connsiteX33" fmla="*/ 1932039 w 8922774"/>
              <a:gd name="connsiteY33" fmla="*/ 7964129 h 9483213"/>
              <a:gd name="connsiteX34" fmla="*/ 1061884 w 8922774"/>
              <a:gd name="connsiteY34" fmla="*/ 7226710 h 9483213"/>
              <a:gd name="connsiteX35" fmla="*/ 530942 w 8922774"/>
              <a:gd name="connsiteY35" fmla="*/ 6533536 h 9483213"/>
              <a:gd name="connsiteX36" fmla="*/ 162232 w 8922774"/>
              <a:gd name="connsiteY36" fmla="*/ 5751871 h 9483213"/>
              <a:gd name="connsiteX37" fmla="*/ 0 w 8922774"/>
              <a:gd name="connsiteY37" fmla="*/ 4984955 h 9483213"/>
              <a:gd name="connsiteX38" fmla="*/ 29497 w 8922774"/>
              <a:gd name="connsiteY38" fmla="*/ 4100052 h 9483213"/>
              <a:gd name="connsiteX39" fmla="*/ 294968 w 8922774"/>
              <a:gd name="connsiteY39" fmla="*/ 3347884 h 9483213"/>
              <a:gd name="connsiteX40" fmla="*/ 648929 w 8922774"/>
              <a:gd name="connsiteY40" fmla="*/ 2728452 h 9483213"/>
              <a:gd name="connsiteX41" fmla="*/ 1165123 w 8922774"/>
              <a:gd name="connsiteY41" fmla="*/ 2138516 h 9483213"/>
              <a:gd name="connsiteX42" fmla="*/ 1681316 w 8922774"/>
              <a:gd name="connsiteY42" fmla="*/ 1681316 h 9483213"/>
              <a:gd name="connsiteX43" fmla="*/ 2286000 w 8922774"/>
              <a:gd name="connsiteY43" fmla="*/ 1268361 h 9483213"/>
              <a:gd name="connsiteX44" fmla="*/ 2875936 w 8922774"/>
              <a:gd name="connsiteY44" fmla="*/ 943897 h 9483213"/>
              <a:gd name="connsiteX0" fmla="*/ 2875936 w 8922774"/>
              <a:gd name="connsiteY0" fmla="*/ 943897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7344697 w 8922774"/>
              <a:gd name="connsiteY3" fmla="*/ 0 h 9483213"/>
              <a:gd name="connsiteX4" fmla="*/ 8922774 w 8922774"/>
              <a:gd name="connsiteY4" fmla="*/ 1415845 h 9483213"/>
              <a:gd name="connsiteX5" fmla="*/ 7197213 w 8922774"/>
              <a:gd name="connsiteY5" fmla="*/ 2861187 h 9483213"/>
              <a:gd name="connsiteX6" fmla="*/ 7020232 w 8922774"/>
              <a:gd name="connsiteY6" fmla="*/ 2861187 h 9483213"/>
              <a:gd name="connsiteX7" fmla="*/ 6769510 w 8922774"/>
              <a:gd name="connsiteY7" fmla="*/ 2875936 h 9483213"/>
              <a:gd name="connsiteX8" fmla="*/ 6533536 w 8922774"/>
              <a:gd name="connsiteY8" fmla="*/ 2934929 h 9483213"/>
              <a:gd name="connsiteX9" fmla="*/ 6297561 w 8922774"/>
              <a:gd name="connsiteY9" fmla="*/ 2979174 h 9483213"/>
              <a:gd name="connsiteX10" fmla="*/ 6046839 w 8922774"/>
              <a:gd name="connsiteY10" fmla="*/ 3067665 h 9483213"/>
              <a:gd name="connsiteX11" fmla="*/ 5722374 w 8922774"/>
              <a:gd name="connsiteY11" fmla="*/ 3215148 h 9483213"/>
              <a:gd name="connsiteX12" fmla="*/ 5456903 w 8922774"/>
              <a:gd name="connsiteY12" fmla="*/ 3362632 h 9483213"/>
              <a:gd name="connsiteX13" fmla="*/ 5220929 w 8922774"/>
              <a:gd name="connsiteY13" fmla="*/ 3569110 h 9483213"/>
              <a:gd name="connsiteX14" fmla="*/ 4999703 w 8922774"/>
              <a:gd name="connsiteY14" fmla="*/ 3805084 h 9483213"/>
              <a:gd name="connsiteX15" fmla="*/ 4778477 w 8922774"/>
              <a:gd name="connsiteY15" fmla="*/ 4129548 h 9483213"/>
              <a:gd name="connsiteX16" fmla="*/ 4660490 w 8922774"/>
              <a:gd name="connsiteY16" fmla="*/ 4483510 h 9483213"/>
              <a:gd name="connsiteX17" fmla="*/ 4645742 w 8922774"/>
              <a:gd name="connsiteY17" fmla="*/ 4911213 h 9483213"/>
              <a:gd name="connsiteX18" fmla="*/ 4719484 w 8922774"/>
              <a:gd name="connsiteY18" fmla="*/ 5294671 h 9483213"/>
              <a:gd name="connsiteX19" fmla="*/ 4793226 w 8922774"/>
              <a:gd name="connsiteY19" fmla="*/ 5427407 h 9483213"/>
              <a:gd name="connsiteX20" fmla="*/ 4970206 w 8922774"/>
              <a:gd name="connsiteY20" fmla="*/ 5722374 h 9483213"/>
              <a:gd name="connsiteX21" fmla="*/ 5279923 w 8922774"/>
              <a:gd name="connsiteY21" fmla="*/ 6061587 h 9483213"/>
              <a:gd name="connsiteX22" fmla="*/ 5648632 w 8922774"/>
              <a:gd name="connsiteY22" fmla="*/ 6297561 h 9483213"/>
              <a:gd name="connsiteX23" fmla="*/ 6150077 w 8922774"/>
              <a:gd name="connsiteY23" fmla="*/ 6533536 h 9483213"/>
              <a:gd name="connsiteX24" fmla="*/ 6518787 w 8922774"/>
              <a:gd name="connsiteY24" fmla="*/ 6622026 h 9483213"/>
              <a:gd name="connsiteX25" fmla="*/ 6902245 w 8922774"/>
              <a:gd name="connsiteY25" fmla="*/ 6710516 h 9483213"/>
              <a:gd name="connsiteX26" fmla="*/ 7182465 w 8922774"/>
              <a:gd name="connsiteY26" fmla="*/ 6695768 h 9483213"/>
              <a:gd name="connsiteX27" fmla="*/ 5707626 w 8922774"/>
              <a:gd name="connsiteY27" fmla="*/ 7978878 h 9483213"/>
              <a:gd name="connsiteX28" fmla="*/ 7315200 w 8922774"/>
              <a:gd name="connsiteY28" fmla="*/ 9483213 h 9483213"/>
              <a:gd name="connsiteX29" fmla="*/ 6061587 w 8922774"/>
              <a:gd name="connsiteY29" fmla="*/ 9409471 h 9483213"/>
              <a:gd name="connsiteX30" fmla="*/ 4572000 w 8922774"/>
              <a:gd name="connsiteY30" fmla="*/ 9144000 h 9483213"/>
              <a:gd name="connsiteX31" fmla="*/ 3156155 w 8922774"/>
              <a:gd name="connsiteY31" fmla="*/ 8642555 h 9483213"/>
              <a:gd name="connsiteX32" fmla="*/ 1932039 w 8922774"/>
              <a:gd name="connsiteY32" fmla="*/ 7964129 h 9483213"/>
              <a:gd name="connsiteX33" fmla="*/ 1061884 w 8922774"/>
              <a:gd name="connsiteY33" fmla="*/ 7226710 h 9483213"/>
              <a:gd name="connsiteX34" fmla="*/ 530942 w 8922774"/>
              <a:gd name="connsiteY34" fmla="*/ 6533536 h 9483213"/>
              <a:gd name="connsiteX35" fmla="*/ 162232 w 8922774"/>
              <a:gd name="connsiteY35" fmla="*/ 5751871 h 9483213"/>
              <a:gd name="connsiteX36" fmla="*/ 0 w 8922774"/>
              <a:gd name="connsiteY36" fmla="*/ 4984955 h 9483213"/>
              <a:gd name="connsiteX37" fmla="*/ 29497 w 8922774"/>
              <a:gd name="connsiteY37" fmla="*/ 4100052 h 9483213"/>
              <a:gd name="connsiteX38" fmla="*/ 294968 w 8922774"/>
              <a:gd name="connsiteY38" fmla="*/ 3347884 h 9483213"/>
              <a:gd name="connsiteX39" fmla="*/ 648929 w 8922774"/>
              <a:gd name="connsiteY39" fmla="*/ 2728452 h 9483213"/>
              <a:gd name="connsiteX40" fmla="*/ 1165123 w 8922774"/>
              <a:gd name="connsiteY40" fmla="*/ 2138516 h 9483213"/>
              <a:gd name="connsiteX41" fmla="*/ 1681316 w 8922774"/>
              <a:gd name="connsiteY41" fmla="*/ 1681316 h 9483213"/>
              <a:gd name="connsiteX42" fmla="*/ 2286000 w 8922774"/>
              <a:gd name="connsiteY42" fmla="*/ 1268361 h 9483213"/>
              <a:gd name="connsiteX43" fmla="*/ 2875936 w 8922774"/>
              <a:gd name="connsiteY43" fmla="*/ 943897 h 9483213"/>
              <a:gd name="connsiteX0" fmla="*/ 2286000 w 8922774"/>
              <a:gd name="connsiteY0" fmla="*/ 1268361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7344697 w 8922774"/>
              <a:gd name="connsiteY3" fmla="*/ 0 h 9483213"/>
              <a:gd name="connsiteX4" fmla="*/ 8922774 w 8922774"/>
              <a:gd name="connsiteY4" fmla="*/ 1415845 h 9483213"/>
              <a:gd name="connsiteX5" fmla="*/ 7197213 w 8922774"/>
              <a:gd name="connsiteY5" fmla="*/ 2861187 h 9483213"/>
              <a:gd name="connsiteX6" fmla="*/ 7020232 w 8922774"/>
              <a:gd name="connsiteY6" fmla="*/ 2861187 h 9483213"/>
              <a:gd name="connsiteX7" fmla="*/ 6769510 w 8922774"/>
              <a:gd name="connsiteY7" fmla="*/ 2875936 h 9483213"/>
              <a:gd name="connsiteX8" fmla="*/ 6533536 w 8922774"/>
              <a:gd name="connsiteY8" fmla="*/ 2934929 h 9483213"/>
              <a:gd name="connsiteX9" fmla="*/ 6297561 w 8922774"/>
              <a:gd name="connsiteY9" fmla="*/ 2979174 h 9483213"/>
              <a:gd name="connsiteX10" fmla="*/ 6046839 w 8922774"/>
              <a:gd name="connsiteY10" fmla="*/ 3067665 h 9483213"/>
              <a:gd name="connsiteX11" fmla="*/ 5722374 w 8922774"/>
              <a:gd name="connsiteY11" fmla="*/ 3215148 h 9483213"/>
              <a:gd name="connsiteX12" fmla="*/ 5456903 w 8922774"/>
              <a:gd name="connsiteY12" fmla="*/ 3362632 h 9483213"/>
              <a:gd name="connsiteX13" fmla="*/ 5220929 w 8922774"/>
              <a:gd name="connsiteY13" fmla="*/ 3569110 h 9483213"/>
              <a:gd name="connsiteX14" fmla="*/ 4999703 w 8922774"/>
              <a:gd name="connsiteY14" fmla="*/ 3805084 h 9483213"/>
              <a:gd name="connsiteX15" fmla="*/ 4778477 w 8922774"/>
              <a:gd name="connsiteY15" fmla="*/ 4129548 h 9483213"/>
              <a:gd name="connsiteX16" fmla="*/ 4660490 w 8922774"/>
              <a:gd name="connsiteY16" fmla="*/ 4483510 h 9483213"/>
              <a:gd name="connsiteX17" fmla="*/ 4645742 w 8922774"/>
              <a:gd name="connsiteY17" fmla="*/ 4911213 h 9483213"/>
              <a:gd name="connsiteX18" fmla="*/ 4719484 w 8922774"/>
              <a:gd name="connsiteY18" fmla="*/ 5294671 h 9483213"/>
              <a:gd name="connsiteX19" fmla="*/ 4793226 w 8922774"/>
              <a:gd name="connsiteY19" fmla="*/ 5427407 h 9483213"/>
              <a:gd name="connsiteX20" fmla="*/ 4970206 w 8922774"/>
              <a:gd name="connsiteY20" fmla="*/ 5722374 h 9483213"/>
              <a:gd name="connsiteX21" fmla="*/ 5279923 w 8922774"/>
              <a:gd name="connsiteY21" fmla="*/ 6061587 h 9483213"/>
              <a:gd name="connsiteX22" fmla="*/ 5648632 w 8922774"/>
              <a:gd name="connsiteY22" fmla="*/ 6297561 h 9483213"/>
              <a:gd name="connsiteX23" fmla="*/ 6150077 w 8922774"/>
              <a:gd name="connsiteY23" fmla="*/ 6533536 h 9483213"/>
              <a:gd name="connsiteX24" fmla="*/ 6518787 w 8922774"/>
              <a:gd name="connsiteY24" fmla="*/ 6622026 h 9483213"/>
              <a:gd name="connsiteX25" fmla="*/ 6902245 w 8922774"/>
              <a:gd name="connsiteY25" fmla="*/ 6710516 h 9483213"/>
              <a:gd name="connsiteX26" fmla="*/ 7182465 w 8922774"/>
              <a:gd name="connsiteY26" fmla="*/ 6695768 h 9483213"/>
              <a:gd name="connsiteX27" fmla="*/ 5707626 w 8922774"/>
              <a:gd name="connsiteY27" fmla="*/ 7978878 h 9483213"/>
              <a:gd name="connsiteX28" fmla="*/ 7315200 w 8922774"/>
              <a:gd name="connsiteY28" fmla="*/ 9483213 h 9483213"/>
              <a:gd name="connsiteX29" fmla="*/ 6061587 w 8922774"/>
              <a:gd name="connsiteY29" fmla="*/ 9409471 h 9483213"/>
              <a:gd name="connsiteX30" fmla="*/ 4572000 w 8922774"/>
              <a:gd name="connsiteY30" fmla="*/ 9144000 h 9483213"/>
              <a:gd name="connsiteX31" fmla="*/ 3156155 w 8922774"/>
              <a:gd name="connsiteY31" fmla="*/ 8642555 h 9483213"/>
              <a:gd name="connsiteX32" fmla="*/ 1932039 w 8922774"/>
              <a:gd name="connsiteY32" fmla="*/ 7964129 h 9483213"/>
              <a:gd name="connsiteX33" fmla="*/ 1061884 w 8922774"/>
              <a:gd name="connsiteY33" fmla="*/ 7226710 h 9483213"/>
              <a:gd name="connsiteX34" fmla="*/ 530942 w 8922774"/>
              <a:gd name="connsiteY34" fmla="*/ 6533536 h 9483213"/>
              <a:gd name="connsiteX35" fmla="*/ 162232 w 8922774"/>
              <a:gd name="connsiteY35" fmla="*/ 5751871 h 9483213"/>
              <a:gd name="connsiteX36" fmla="*/ 0 w 8922774"/>
              <a:gd name="connsiteY36" fmla="*/ 4984955 h 9483213"/>
              <a:gd name="connsiteX37" fmla="*/ 29497 w 8922774"/>
              <a:gd name="connsiteY37" fmla="*/ 4100052 h 9483213"/>
              <a:gd name="connsiteX38" fmla="*/ 294968 w 8922774"/>
              <a:gd name="connsiteY38" fmla="*/ 3347884 h 9483213"/>
              <a:gd name="connsiteX39" fmla="*/ 648929 w 8922774"/>
              <a:gd name="connsiteY39" fmla="*/ 2728452 h 9483213"/>
              <a:gd name="connsiteX40" fmla="*/ 1165123 w 8922774"/>
              <a:gd name="connsiteY40" fmla="*/ 2138516 h 9483213"/>
              <a:gd name="connsiteX41" fmla="*/ 1681316 w 8922774"/>
              <a:gd name="connsiteY41" fmla="*/ 1681316 h 9483213"/>
              <a:gd name="connsiteX42" fmla="*/ 2286000 w 8922774"/>
              <a:gd name="connsiteY42" fmla="*/ 1268361 h 9483213"/>
              <a:gd name="connsiteX0" fmla="*/ 2286000 w 8922774"/>
              <a:gd name="connsiteY0" fmla="*/ 1268361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7344697 w 8922774"/>
              <a:gd name="connsiteY3" fmla="*/ 0 h 9483213"/>
              <a:gd name="connsiteX4" fmla="*/ 8922774 w 8922774"/>
              <a:gd name="connsiteY4" fmla="*/ 1415845 h 9483213"/>
              <a:gd name="connsiteX5" fmla="*/ 7197213 w 8922774"/>
              <a:gd name="connsiteY5" fmla="*/ 2861187 h 9483213"/>
              <a:gd name="connsiteX6" fmla="*/ 7020232 w 8922774"/>
              <a:gd name="connsiteY6" fmla="*/ 2861187 h 9483213"/>
              <a:gd name="connsiteX7" fmla="*/ 6769510 w 8922774"/>
              <a:gd name="connsiteY7" fmla="*/ 2875936 h 9483213"/>
              <a:gd name="connsiteX8" fmla="*/ 6533536 w 8922774"/>
              <a:gd name="connsiteY8" fmla="*/ 2934929 h 9483213"/>
              <a:gd name="connsiteX9" fmla="*/ 6297561 w 8922774"/>
              <a:gd name="connsiteY9" fmla="*/ 2979174 h 9483213"/>
              <a:gd name="connsiteX10" fmla="*/ 6046839 w 8922774"/>
              <a:gd name="connsiteY10" fmla="*/ 3067665 h 9483213"/>
              <a:gd name="connsiteX11" fmla="*/ 5722374 w 8922774"/>
              <a:gd name="connsiteY11" fmla="*/ 3215148 h 9483213"/>
              <a:gd name="connsiteX12" fmla="*/ 5456903 w 8922774"/>
              <a:gd name="connsiteY12" fmla="*/ 3362632 h 9483213"/>
              <a:gd name="connsiteX13" fmla="*/ 5220929 w 8922774"/>
              <a:gd name="connsiteY13" fmla="*/ 3569110 h 9483213"/>
              <a:gd name="connsiteX14" fmla="*/ 4999703 w 8922774"/>
              <a:gd name="connsiteY14" fmla="*/ 3805084 h 9483213"/>
              <a:gd name="connsiteX15" fmla="*/ 4778477 w 8922774"/>
              <a:gd name="connsiteY15" fmla="*/ 4129548 h 9483213"/>
              <a:gd name="connsiteX16" fmla="*/ 4660490 w 8922774"/>
              <a:gd name="connsiteY16" fmla="*/ 4483510 h 9483213"/>
              <a:gd name="connsiteX17" fmla="*/ 4645742 w 8922774"/>
              <a:gd name="connsiteY17" fmla="*/ 4911213 h 9483213"/>
              <a:gd name="connsiteX18" fmla="*/ 4719484 w 8922774"/>
              <a:gd name="connsiteY18" fmla="*/ 5294671 h 9483213"/>
              <a:gd name="connsiteX19" fmla="*/ 4793226 w 8922774"/>
              <a:gd name="connsiteY19" fmla="*/ 5427407 h 9483213"/>
              <a:gd name="connsiteX20" fmla="*/ 4970206 w 8922774"/>
              <a:gd name="connsiteY20" fmla="*/ 5722374 h 9483213"/>
              <a:gd name="connsiteX21" fmla="*/ 5279923 w 8922774"/>
              <a:gd name="connsiteY21" fmla="*/ 6061587 h 9483213"/>
              <a:gd name="connsiteX22" fmla="*/ 5648632 w 8922774"/>
              <a:gd name="connsiteY22" fmla="*/ 6297561 h 9483213"/>
              <a:gd name="connsiteX23" fmla="*/ 6150077 w 8922774"/>
              <a:gd name="connsiteY23" fmla="*/ 6533536 h 9483213"/>
              <a:gd name="connsiteX24" fmla="*/ 6518787 w 8922774"/>
              <a:gd name="connsiteY24" fmla="*/ 6622026 h 9483213"/>
              <a:gd name="connsiteX25" fmla="*/ 6902245 w 8922774"/>
              <a:gd name="connsiteY25" fmla="*/ 6710516 h 9483213"/>
              <a:gd name="connsiteX26" fmla="*/ 7182465 w 8922774"/>
              <a:gd name="connsiteY26" fmla="*/ 6695768 h 9483213"/>
              <a:gd name="connsiteX27" fmla="*/ 5707626 w 8922774"/>
              <a:gd name="connsiteY27" fmla="*/ 7978878 h 9483213"/>
              <a:gd name="connsiteX28" fmla="*/ 7315200 w 8922774"/>
              <a:gd name="connsiteY28" fmla="*/ 9483213 h 9483213"/>
              <a:gd name="connsiteX29" fmla="*/ 6061587 w 8922774"/>
              <a:gd name="connsiteY29" fmla="*/ 9409471 h 9483213"/>
              <a:gd name="connsiteX30" fmla="*/ 4572000 w 8922774"/>
              <a:gd name="connsiteY30" fmla="*/ 9144000 h 9483213"/>
              <a:gd name="connsiteX31" fmla="*/ 3156155 w 8922774"/>
              <a:gd name="connsiteY31" fmla="*/ 8642555 h 9483213"/>
              <a:gd name="connsiteX32" fmla="*/ 1932039 w 8922774"/>
              <a:gd name="connsiteY32" fmla="*/ 7964129 h 9483213"/>
              <a:gd name="connsiteX33" fmla="*/ 1061884 w 8922774"/>
              <a:gd name="connsiteY33" fmla="*/ 7226710 h 9483213"/>
              <a:gd name="connsiteX34" fmla="*/ 530942 w 8922774"/>
              <a:gd name="connsiteY34" fmla="*/ 6533536 h 9483213"/>
              <a:gd name="connsiteX35" fmla="*/ 162232 w 8922774"/>
              <a:gd name="connsiteY35" fmla="*/ 5751871 h 9483213"/>
              <a:gd name="connsiteX36" fmla="*/ 0 w 8922774"/>
              <a:gd name="connsiteY36" fmla="*/ 4984955 h 9483213"/>
              <a:gd name="connsiteX37" fmla="*/ 29497 w 8922774"/>
              <a:gd name="connsiteY37" fmla="*/ 4100052 h 9483213"/>
              <a:gd name="connsiteX38" fmla="*/ 294968 w 8922774"/>
              <a:gd name="connsiteY38" fmla="*/ 3347884 h 9483213"/>
              <a:gd name="connsiteX39" fmla="*/ 648929 w 8922774"/>
              <a:gd name="connsiteY39" fmla="*/ 2728452 h 9483213"/>
              <a:gd name="connsiteX40" fmla="*/ 1165123 w 8922774"/>
              <a:gd name="connsiteY40" fmla="*/ 2138516 h 9483213"/>
              <a:gd name="connsiteX41" fmla="*/ 1681316 w 8922774"/>
              <a:gd name="connsiteY41" fmla="*/ 1681316 h 9483213"/>
              <a:gd name="connsiteX42" fmla="*/ 2377440 w 8922774"/>
              <a:gd name="connsiteY42" fmla="*/ 1359801 h 9483213"/>
              <a:gd name="connsiteX0" fmla="*/ 2286000 w 8922774"/>
              <a:gd name="connsiteY0" fmla="*/ 1268361 h 9483213"/>
              <a:gd name="connsiteX1" fmla="*/ 7300452 w 8922774"/>
              <a:gd name="connsiteY1" fmla="*/ 0 h 9483213"/>
              <a:gd name="connsiteX2" fmla="*/ 2713703 w 8922774"/>
              <a:gd name="connsiteY2" fmla="*/ 1032387 h 9483213"/>
              <a:gd name="connsiteX3" fmla="*/ 7344697 w 8922774"/>
              <a:gd name="connsiteY3" fmla="*/ 0 h 9483213"/>
              <a:gd name="connsiteX4" fmla="*/ 8922774 w 8922774"/>
              <a:gd name="connsiteY4" fmla="*/ 1415845 h 9483213"/>
              <a:gd name="connsiteX5" fmla="*/ 7197213 w 8922774"/>
              <a:gd name="connsiteY5" fmla="*/ 2861187 h 9483213"/>
              <a:gd name="connsiteX6" fmla="*/ 7020232 w 8922774"/>
              <a:gd name="connsiteY6" fmla="*/ 2861187 h 9483213"/>
              <a:gd name="connsiteX7" fmla="*/ 6769510 w 8922774"/>
              <a:gd name="connsiteY7" fmla="*/ 2875936 h 9483213"/>
              <a:gd name="connsiteX8" fmla="*/ 6533536 w 8922774"/>
              <a:gd name="connsiteY8" fmla="*/ 2934929 h 9483213"/>
              <a:gd name="connsiteX9" fmla="*/ 6297561 w 8922774"/>
              <a:gd name="connsiteY9" fmla="*/ 2979174 h 9483213"/>
              <a:gd name="connsiteX10" fmla="*/ 6046839 w 8922774"/>
              <a:gd name="connsiteY10" fmla="*/ 3067665 h 9483213"/>
              <a:gd name="connsiteX11" fmla="*/ 5722374 w 8922774"/>
              <a:gd name="connsiteY11" fmla="*/ 3215148 h 9483213"/>
              <a:gd name="connsiteX12" fmla="*/ 5456903 w 8922774"/>
              <a:gd name="connsiteY12" fmla="*/ 3362632 h 9483213"/>
              <a:gd name="connsiteX13" fmla="*/ 5220929 w 8922774"/>
              <a:gd name="connsiteY13" fmla="*/ 3569110 h 9483213"/>
              <a:gd name="connsiteX14" fmla="*/ 4999703 w 8922774"/>
              <a:gd name="connsiteY14" fmla="*/ 3805084 h 9483213"/>
              <a:gd name="connsiteX15" fmla="*/ 4778477 w 8922774"/>
              <a:gd name="connsiteY15" fmla="*/ 4129548 h 9483213"/>
              <a:gd name="connsiteX16" fmla="*/ 4660490 w 8922774"/>
              <a:gd name="connsiteY16" fmla="*/ 4483510 h 9483213"/>
              <a:gd name="connsiteX17" fmla="*/ 4645742 w 8922774"/>
              <a:gd name="connsiteY17" fmla="*/ 4911213 h 9483213"/>
              <a:gd name="connsiteX18" fmla="*/ 4719484 w 8922774"/>
              <a:gd name="connsiteY18" fmla="*/ 5294671 h 9483213"/>
              <a:gd name="connsiteX19" fmla="*/ 4793226 w 8922774"/>
              <a:gd name="connsiteY19" fmla="*/ 5427407 h 9483213"/>
              <a:gd name="connsiteX20" fmla="*/ 4970206 w 8922774"/>
              <a:gd name="connsiteY20" fmla="*/ 5722374 h 9483213"/>
              <a:gd name="connsiteX21" fmla="*/ 5279923 w 8922774"/>
              <a:gd name="connsiteY21" fmla="*/ 6061587 h 9483213"/>
              <a:gd name="connsiteX22" fmla="*/ 5648632 w 8922774"/>
              <a:gd name="connsiteY22" fmla="*/ 6297561 h 9483213"/>
              <a:gd name="connsiteX23" fmla="*/ 6150077 w 8922774"/>
              <a:gd name="connsiteY23" fmla="*/ 6533536 h 9483213"/>
              <a:gd name="connsiteX24" fmla="*/ 6518787 w 8922774"/>
              <a:gd name="connsiteY24" fmla="*/ 6622026 h 9483213"/>
              <a:gd name="connsiteX25" fmla="*/ 6902245 w 8922774"/>
              <a:gd name="connsiteY25" fmla="*/ 6710516 h 9483213"/>
              <a:gd name="connsiteX26" fmla="*/ 7182465 w 8922774"/>
              <a:gd name="connsiteY26" fmla="*/ 6695768 h 9483213"/>
              <a:gd name="connsiteX27" fmla="*/ 5707626 w 8922774"/>
              <a:gd name="connsiteY27" fmla="*/ 7978878 h 9483213"/>
              <a:gd name="connsiteX28" fmla="*/ 7315200 w 8922774"/>
              <a:gd name="connsiteY28" fmla="*/ 9483213 h 9483213"/>
              <a:gd name="connsiteX29" fmla="*/ 6061587 w 8922774"/>
              <a:gd name="connsiteY29" fmla="*/ 9409471 h 9483213"/>
              <a:gd name="connsiteX30" fmla="*/ 4572000 w 8922774"/>
              <a:gd name="connsiteY30" fmla="*/ 9144000 h 9483213"/>
              <a:gd name="connsiteX31" fmla="*/ 3156155 w 8922774"/>
              <a:gd name="connsiteY31" fmla="*/ 8642555 h 9483213"/>
              <a:gd name="connsiteX32" fmla="*/ 1932039 w 8922774"/>
              <a:gd name="connsiteY32" fmla="*/ 7964129 h 9483213"/>
              <a:gd name="connsiteX33" fmla="*/ 1061884 w 8922774"/>
              <a:gd name="connsiteY33" fmla="*/ 7226710 h 9483213"/>
              <a:gd name="connsiteX34" fmla="*/ 530942 w 8922774"/>
              <a:gd name="connsiteY34" fmla="*/ 6533536 h 9483213"/>
              <a:gd name="connsiteX35" fmla="*/ 162232 w 8922774"/>
              <a:gd name="connsiteY35" fmla="*/ 5751871 h 9483213"/>
              <a:gd name="connsiteX36" fmla="*/ 0 w 8922774"/>
              <a:gd name="connsiteY36" fmla="*/ 4984955 h 9483213"/>
              <a:gd name="connsiteX37" fmla="*/ 29497 w 8922774"/>
              <a:gd name="connsiteY37" fmla="*/ 4100052 h 9483213"/>
              <a:gd name="connsiteX38" fmla="*/ 294968 w 8922774"/>
              <a:gd name="connsiteY38" fmla="*/ 3347884 h 9483213"/>
              <a:gd name="connsiteX39" fmla="*/ 648929 w 8922774"/>
              <a:gd name="connsiteY39" fmla="*/ 2728452 h 9483213"/>
              <a:gd name="connsiteX40" fmla="*/ 1165123 w 8922774"/>
              <a:gd name="connsiteY40" fmla="*/ 2138516 h 9483213"/>
              <a:gd name="connsiteX41" fmla="*/ 1681316 w 8922774"/>
              <a:gd name="connsiteY41" fmla="*/ 1681316 h 9483213"/>
              <a:gd name="connsiteX42" fmla="*/ 2303698 w 8922774"/>
              <a:gd name="connsiteY42" fmla="*/ 1300807 h 9483213"/>
              <a:gd name="connsiteX0" fmla="*/ 2286000 w 8922774"/>
              <a:gd name="connsiteY0" fmla="*/ 1268361 h 9483213"/>
              <a:gd name="connsiteX1" fmla="*/ 7300452 w 8922774"/>
              <a:gd name="connsiteY1" fmla="*/ 0 h 9483213"/>
              <a:gd name="connsiteX2" fmla="*/ 7344697 w 8922774"/>
              <a:gd name="connsiteY2" fmla="*/ 0 h 9483213"/>
              <a:gd name="connsiteX3" fmla="*/ 8922774 w 8922774"/>
              <a:gd name="connsiteY3" fmla="*/ 1415845 h 9483213"/>
              <a:gd name="connsiteX4" fmla="*/ 7197213 w 8922774"/>
              <a:gd name="connsiteY4" fmla="*/ 2861187 h 9483213"/>
              <a:gd name="connsiteX5" fmla="*/ 7020232 w 8922774"/>
              <a:gd name="connsiteY5" fmla="*/ 2861187 h 9483213"/>
              <a:gd name="connsiteX6" fmla="*/ 6769510 w 8922774"/>
              <a:gd name="connsiteY6" fmla="*/ 2875936 h 9483213"/>
              <a:gd name="connsiteX7" fmla="*/ 6533536 w 8922774"/>
              <a:gd name="connsiteY7" fmla="*/ 2934929 h 9483213"/>
              <a:gd name="connsiteX8" fmla="*/ 6297561 w 8922774"/>
              <a:gd name="connsiteY8" fmla="*/ 2979174 h 9483213"/>
              <a:gd name="connsiteX9" fmla="*/ 6046839 w 8922774"/>
              <a:gd name="connsiteY9" fmla="*/ 3067665 h 9483213"/>
              <a:gd name="connsiteX10" fmla="*/ 5722374 w 8922774"/>
              <a:gd name="connsiteY10" fmla="*/ 3215148 h 9483213"/>
              <a:gd name="connsiteX11" fmla="*/ 5456903 w 8922774"/>
              <a:gd name="connsiteY11" fmla="*/ 3362632 h 9483213"/>
              <a:gd name="connsiteX12" fmla="*/ 5220929 w 8922774"/>
              <a:gd name="connsiteY12" fmla="*/ 3569110 h 9483213"/>
              <a:gd name="connsiteX13" fmla="*/ 4999703 w 8922774"/>
              <a:gd name="connsiteY13" fmla="*/ 3805084 h 9483213"/>
              <a:gd name="connsiteX14" fmla="*/ 4778477 w 8922774"/>
              <a:gd name="connsiteY14" fmla="*/ 4129548 h 9483213"/>
              <a:gd name="connsiteX15" fmla="*/ 4660490 w 8922774"/>
              <a:gd name="connsiteY15" fmla="*/ 4483510 h 9483213"/>
              <a:gd name="connsiteX16" fmla="*/ 4645742 w 8922774"/>
              <a:gd name="connsiteY16" fmla="*/ 4911213 h 9483213"/>
              <a:gd name="connsiteX17" fmla="*/ 4719484 w 8922774"/>
              <a:gd name="connsiteY17" fmla="*/ 5294671 h 9483213"/>
              <a:gd name="connsiteX18" fmla="*/ 4793226 w 8922774"/>
              <a:gd name="connsiteY18" fmla="*/ 5427407 h 9483213"/>
              <a:gd name="connsiteX19" fmla="*/ 4970206 w 8922774"/>
              <a:gd name="connsiteY19" fmla="*/ 5722374 h 9483213"/>
              <a:gd name="connsiteX20" fmla="*/ 5279923 w 8922774"/>
              <a:gd name="connsiteY20" fmla="*/ 6061587 h 9483213"/>
              <a:gd name="connsiteX21" fmla="*/ 5648632 w 8922774"/>
              <a:gd name="connsiteY21" fmla="*/ 6297561 h 9483213"/>
              <a:gd name="connsiteX22" fmla="*/ 6150077 w 8922774"/>
              <a:gd name="connsiteY22" fmla="*/ 6533536 h 9483213"/>
              <a:gd name="connsiteX23" fmla="*/ 6518787 w 8922774"/>
              <a:gd name="connsiteY23" fmla="*/ 6622026 h 9483213"/>
              <a:gd name="connsiteX24" fmla="*/ 6902245 w 8922774"/>
              <a:gd name="connsiteY24" fmla="*/ 6710516 h 9483213"/>
              <a:gd name="connsiteX25" fmla="*/ 7182465 w 8922774"/>
              <a:gd name="connsiteY25" fmla="*/ 6695768 h 9483213"/>
              <a:gd name="connsiteX26" fmla="*/ 5707626 w 8922774"/>
              <a:gd name="connsiteY26" fmla="*/ 7978878 h 9483213"/>
              <a:gd name="connsiteX27" fmla="*/ 7315200 w 8922774"/>
              <a:gd name="connsiteY27" fmla="*/ 9483213 h 9483213"/>
              <a:gd name="connsiteX28" fmla="*/ 6061587 w 8922774"/>
              <a:gd name="connsiteY28" fmla="*/ 9409471 h 9483213"/>
              <a:gd name="connsiteX29" fmla="*/ 4572000 w 8922774"/>
              <a:gd name="connsiteY29" fmla="*/ 9144000 h 9483213"/>
              <a:gd name="connsiteX30" fmla="*/ 3156155 w 8922774"/>
              <a:gd name="connsiteY30" fmla="*/ 8642555 h 9483213"/>
              <a:gd name="connsiteX31" fmla="*/ 1932039 w 8922774"/>
              <a:gd name="connsiteY31" fmla="*/ 7964129 h 9483213"/>
              <a:gd name="connsiteX32" fmla="*/ 1061884 w 8922774"/>
              <a:gd name="connsiteY32" fmla="*/ 7226710 h 9483213"/>
              <a:gd name="connsiteX33" fmla="*/ 530942 w 8922774"/>
              <a:gd name="connsiteY33" fmla="*/ 6533536 h 9483213"/>
              <a:gd name="connsiteX34" fmla="*/ 162232 w 8922774"/>
              <a:gd name="connsiteY34" fmla="*/ 5751871 h 9483213"/>
              <a:gd name="connsiteX35" fmla="*/ 0 w 8922774"/>
              <a:gd name="connsiteY35" fmla="*/ 4984955 h 9483213"/>
              <a:gd name="connsiteX36" fmla="*/ 29497 w 8922774"/>
              <a:gd name="connsiteY36" fmla="*/ 4100052 h 9483213"/>
              <a:gd name="connsiteX37" fmla="*/ 294968 w 8922774"/>
              <a:gd name="connsiteY37" fmla="*/ 3347884 h 9483213"/>
              <a:gd name="connsiteX38" fmla="*/ 648929 w 8922774"/>
              <a:gd name="connsiteY38" fmla="*/ 2728452 h 9483213"/>
              <a:gd name="connsiteX39" fmla="*/ 1165123 w 8922774"/>
              <a:gd name="connsiteY39" fmla="*/ 2138516 h 9483213"/>
              <a:gd name="connsiteX40" fmla="*/ 1681316 w 8922774"/>
              <a:gd name="connsiteY40" fmla="*/ 1681316 h 9483213"/>
              <a:gd name="connsiteX41" fmla="*/ 2303698 w 8922774"/>
              <a:gd name="connsiteY41" fmla="*/ 1300807 h 9483213"/>
              <a:gd name="connsiteX0" fmla="*/ 2286000 w 8922774"/>
              <a:gd name="connsiteY0" fmla="*/ 1268361 h 9483213"/>
              <a:gd name="connsiteX1" fmla="*/ 4763729 w 8922774"/>
              <a:gd name="connsiteY1" fmla="*/ 619432 h 9483213"/>
              <a:gd name="connsiteX2" fmla="*/ 7300452 w 8922774"/>
              <a:gd name="connsiteY2" fmla="*/ 0 h 9483213"/>
              <a:gd name="connsiteX3" fmla="*/ 7344697 w 8922774"/>
              <a:gd name="connsiteY3" fmla="*/ 0 h 9483213"/>
              <a:gd name="connsiteX4" fmla="*/ 8922774 w 8922774"/>
              <a:gd name="connsiteY4" fmla="*/ 1415845 h 9483213"/>
              <a:gd name="connsiteX5" fmla="*/ 7197213 w 8922774"/>
              <a:gd name="connsiteY5" fmla="*/ 2861187 h 9483213"/>
              <a:gd name="connsiteX6" fmla="*/ 7020232 w 8922774"/>
              <a:gd name="connsiteY6" fmla="*/ 2861187 h 9483213"/>
              <a:gd name="connsiteX7" fmla="*/ 6769510 w 8922774"/>
              <a:gd name="connsiteY7" fmla="*/ 2875936 h 9483213"/>
              <a:gd name="connsiteX8" fmla="*/ 6533536 w 8922774"/>
              <a:gd name="connsiteY8" fmla="*/ 2934929 h 9483213"/>
              <a:gd name="connsiteX9" fmla="*/ 6297561 w 8922774"/>
              <a:gd name="connsiteY9" fmla="*/ 2979174 h 9483213"/>
              <a:gd name="connsiteX10" fmla="*/ 6046839 w 8922774"/>
              <a:gd name="connsiteY10" fmla="*/ 3067665 h 9483213"/>
              <a:gd name="connsiteX11" fmla="*/ 5722374 w 8922774"/>
              <a:gd name="connsiteY11" fmla="*/ 3215148 h 9483213"/>
              <a:gd name="connsiteX12" fmla="*/ 5456903 w 8922774"/>
              <a:gd name="connsiteY12" fmla="*/ 3362632 h 9483213"/>
              <a:gd name="connsiteX13" fmla="*/ 5220929 w 8922774"/>
              <a:gd name="connsiteY13" fmla="*/ 3569110 h 9483213"/>
              <a:gd name="connsiteX14" fmla="*/ 4999703 w 8922774"/>
              <a:gd name="connsiteY14" fmla="*/ 3805084 h 9483213"/>
              <a:gd name="connsiteX15" fmla="*/ 4778477 w 8922774"/>
              <a:gd name="connsiteY15" fmla="*/ 4129548 h 9483213"/>
              <a:gd name="connsiteX16" fmla="*/ 4660490 w 8922774"/>
              <a:gd name="connsiteY16" fmla="*/ 4483510 h 9483213"/>
              <a:gd name="connsiteX17" fmla="*/ 4645742 w 8922774"/>
              <a:gd name="connsiteY17" fmla="*/ 4911213 h 9483213"/>
              <a:gd name="connsiteX18" fmla="*/ 4719484 w 8922774"/>
              <a:gd name="connsiteY18" fmla="*/ 5294671 h 9483213"/>
              <a:gd name="connsiteX19" fmla="*/ 4793226 w 8922774"/>
              <a:gd name="connsiteY19" fmla="*/ 5427407 h 9483213"/>
              <a:gd name="connsiteX20" fmla="*/ 4970206 w 8922774"/>
              <a:gd name="connsiteY20" fmla="*/ 5722374 h 9483213"/>
              <a:gd name="connsiteX21" fmla="*/ 5279923 w 8922774"/>
              <a:gd name="connsiteY21" fmla="*/ 6061587 h 9483213"/>
              <a:gd name="connsiteX22" fmla="*/ 5648632 w 8922774"/>
              <a:gd name="connsiteY22" fmla="*/ 6297561 h 9483213"/>
              <a:gd name="connsiteX23" fmla="*/ 6150077 w 8922774"/>
              <a:gd name="connsiteY23" fmla="*/ 6533536 h 9483213"/>
              <a:gd name="connsiteX24" fmla="*/ 6518787 w 8922774"/>
              <a:gd name="connsiteY24" fmla="*/ 6622026 h 9483213"/>
              <a:gd name="connsiteX25" fmla="*/ 6902245 w 8922774"/>
              <a:gd name="connsiteY25" fmla="*/ 6710516 h 9483213"/>
              <a:gd name="connsiteX26" fmla="*/ 7182465 w 8922774"/>
              <a:gd name="connsiteY26" fmla="*/ 6695768 h 9483213"/>
              <a:gd name="connsiteX27" fmla="*/ 5707626 w 8922774"/>
              <a:gd name="connsiteY27" fmla="*/ 7978878 h 9483213"/>
              <a:gd name="connsiteX28" fmla="*/ 7315200 w 8922774"/>
              <a:gd name="connsiteY28" fmla="*/ 9483213 h 9483213"/>
              <a:gd name="connsiteX29" fmla="*/ 6061587 w 8922774"/>
              <a:gd name="connsiteY29" fmla="*/ 9409471 h 9483213"/>
              <a:gd name="connsiteX30" fmla="*/ 4572000 w 8922774"/>
              <a:gd name="connsiteY30" fmla="*/ 9144000 h 9483213"/>
              <a:gd name="connsiteX31" fmla="*/ 3156155 w 8922774"/>
              <a:gd name="connsiteY31" fmla="*/ 8642555 h 9483213"/>
              <a:gd name="connsiteX32" fmla="*/ 1932039 w 8922774"/>
              <a:gd name="connsiteY32" fmla="*/ 7964129 h 9483213"/>
              <a:gd name="connsiteX33" fmla="*/ 1061884 w 8922774"/>
              <a:gd name="connsiteY33" fmla="*/ 7226710 h 9483213"/>
              <a:gd name="connsiteX34" fmla="*/ 530942 w 8922774"/>
              <a:gd name="connsiteY34" fmla="*/ 6533536 h 9483213"/>
              <a:gd name="connsiteX35" fmla="*/ 162232 w 8922774"/>
              <a:gd name="connsiteY35" fmla="*/ 5751871 h 9483213"/>
              <a:gd name="connsiteX36" fmla="*/ 0 w 8922774"/>
              <a:gd name="connsiteY36" fmla="*/ 4984955 h 9483213"/>
              <a:gd name="connsiteX37" fmla="*/ 29497 w 8922774"/>
              <a:gd name="connsiteY37" fmla="*/ 4100052 h 9483213"/>
              <a:gd name="connsiteX38" fmla="*/ 294968 w 8922774"/>
              <a:gd name="connsiteY38" fmla="*/ 3347884 h 9483213"/>
              <a:gd name="connsiteX39" fmla="*/ 648929 w 8922774"/>
              <a:gd name="connsiteY39" fmla="*/ 2728452 h 9483213"/>
              <a:gd name="connsiteX40" fmla="*/ 1165123 w 8922774"/>
              <a:gd name="connsiteY40" fmla="*/ 2138516 h 9483213"/>
              <a:gd name="connsiteX41" fmla="*/ 1681316 w 8922774"/>
              <a:gd name="connsiteY41" fmla="*/ 1681316 h 9483213"/>
              <a:gd name="connsiteX42" fmla="*/ 2303698 w 8922774"/>
              <a:gd name="connsiteY42" fmla="*/ 1300807 h 9483213"/>
              <a:gd name="connsiteX0" fmla="*/ 2286000 w 8922774"/>
              <a:gd name="connsiteY0" fmla="*/ 1268361 h 9483213"/>
              <a:gd name="connsiteX1" fmla="*/ 4734233 w 8922774"/>
              <a:gd name="connsiteY1" fmla="*/ 280219 h 9483213"/>
              <a:gd name="connsiteX2" fmla="*/ 7300452 w 8922774"/>
              <a:gd name="connsiteY2" fmla="*/ 0 h 9483213"/>
              <a:gd name="connsiteX3" fmla="*/ 7344697 w 8922774"/>
              <a:gd name="connsiteY3" fmla="*/ 0 h 9483213"/>
              <a:gd name="connsiteX4" fmla="*/ 8922774 w 8922774"/>
              <a:gd name="connsiteY4" fmla="*/ 1415845 h 9483213"/>
              <a:gd name="connsiteX5" fmla="*/ 7197213 w 8922774"/>
              <a:gd name="connsiteY5" fmla="*/ 2861187 h 9483213"/>
              <a:gd name="connsiteX6" fmla="*/ 7020232 w 8922774"/>
              <a:gd name="connsiteY6" fmla="*/ 2861187 h 9483213"/>
              <a:gd name="connsiteX7" fmla="*/ 6769510 w 8922774"/>
              <a:gd name="connsiteY7" fmla="*/ 2875936 h 9483213"/>
              <a:gd name="connsiteX8" fmla="*/ 6533536 w 8922774"/>
              <a:gd name="connsiteY8" fmla="*/ 2934929 h 9483213"/>
              <a:gd name="connsiteX9" fmla="*/ 6297561 w 8922774"/>
              <a:gd name="connsiteY9" fmla="*/ 2979174 h 9483213"/>
              <a:gd name="connsiteX10" fmla="*/ 6046839 w 8922774"/>
              <a:gd name="connsiteY10" fmla="*/ 3067665 h 9483213"/>
              <a:gd name="connsiteX11" fmla="*/ 5722374 w 8922774"/>
              <a:gd name="connsiteY11" fmla="*/ 3215148 h 9483213"/>
              <a:gd name="connsiteX12" fmla="*/ 5456903 w 8922774"/>
              <a:gd name="connsiteY12" fmla="*/ 3362632 h 9483213"/>
              <a:gd name="connsiteX13" fmla="*/ 5220929 w 8922774"/>
              <a:gd name="connsiteY13" fmla="*/ 3569110 h 9483213"/>
              <a:gd name="connsiteX14" fmla="*/ 4999703 w 8922774"/>
              <a:gd name="connsiteY14" fmla="*/ 3805084 h 9483213"/>
              <a:gd name="connsiteX15" fmla="*/ 4778477 w 8922774"/>
              <a:gd name="connsiteY15" fmla="*/ 4129548 h 9483213"/>
              <a:gd name="connsiteX16" fmla="*/ 4660490 w 8922774"/>
              <a:gd name="connsiteY16" fmla="*/ 4483510 h 9483213"/>
              <a:gd name="connsiteX17" fmla="*/ 4645742 w 8922774"/>
              <a:gd name="connsiteY17" fmla="*/ 4911213 h 9483213"/>
              <a:gd name="connsiteX18" fmla="*/ 4719484 w 8922774"/>
              <a:gd name="connsiteY18" fmla="*/ 5294671 h 9483213"/>
              <a:gd name="connsiteX19" fmla="*/ 4793226 w 8922774"/>
              <a:gd name="connsiteY19" fmla="*/ 5427407 h 9483213"/>
              <a:gd name="connsiteX20" fmla="*/ 4970206 w 8922774"/>
              <a:gd name="connsiteY20" fmla="*/ 5722374 h 9483213"/>
              <a:gd name="connsiteX21" fmla="*/ 5279923 w 8922774"/>
              <a:gd name="connsiteY21" fmla="*/ 6061587 h 9483213"/>
              <a:gd name="connsiteX22" fmla="*/ 5648632 w 8922774"/>
              <a:gd name="connsiteY22" fmla="*/ 6297561 h 9483213"/>
              <a:gd name="connsiteX23" fmla="*/ 6150077 w 8922774"/>
              <a:gd name="connsiteY23" fmla="*/ 6533536 h 9483213"/>
              <a:gd name="connsiteX24" fmla="*/ 6518787 w 8922774"/>
              <a:gd name="connsiteY24" fmla="*/ 6622026 h 9483213"/>
              <a:gd name="connsiteX25" fmla="*/ 6902245 w 8922774"/>
              <a:gd name="connsiteY25" fmla="*/ 6710516 h 9483213"/>
              <a:gd name="connsiteX26" fmla="*/ 7182465 w 8922774"/>
              <a:gd name="connsiteY26" fmla="*/ 6695768 h 9483213"/>
              <a:gd name="connsiteX27" fmla="*/ 5707626 w 8922774"/>
              <a:gd name="connsiteY27" fmla="*/ 7978878 h 9483213"/>
              <a:gd name="connsiteX28" fmla="*/ 7315200 w 8922774"/>
              <a:gd name="connsiteY28" fmla="*/ 9483213 h 9483213"/>
              <a:gd name="connsiteX29" fmla="*/ 6061587 w 8922774"/>
              <a:gd name="connsiteY29" fmla="*/ 9409471 h 9483213"/>
              <a:gd name="connsiteX30" fmla="*/ 4572000 w 8922774"/>
              <a:gd name="connsiteY30" fmla="*/ 9144000 h 9483213"/>
              <a:gd name="connsiteX31" fmla="*/ 3156155 w 8922774"/>
              <a:gd name="connsiteY31" fmla="*/ 8642555 h 9483213"/>
              <a:gd name="connsiteX32" fmla="*/ 1932039 w 8922774"/>
              <a:gd name="connsiteY32" fmla="*/ 7964129 h 9483213"/>
              <a:gd name="connsiteX33" fmla="*/ 1061884 w 8922774"/>
              <a:gd name="connsiteY33" fmla="*/ 7226710 h 9483213"/>
              <a:gd name="connsiteX34" fmla="*/ 530942 w 8922774"/>
              <a:gd name="connsiteY34" fmla="*/ 6533536 h 9483213"/>
              <a:gd name="connsiteX35" fmla="*/ 162232 w 8922774"/>
              <a:gd name="connsiteY35" fmla="*/ 5751871 h 9483213"/>
              <a:gd name="connsiteX36" fmla="*/ 0 w 8922774"/>
              <a:gd name="connsiteY36" fmla="*/ 4984955 h 9483213"/>
              <a:gd name="connsiteX37" fmla="*/ 29497 w 8922774"/>
              <a:gd name="connsiteY37" fmla="*/ 4100052 h 9483213"/>
              <a:gd name="connsiteX38" fmla="*/ 294968 w 8922774"/>
              <a:gd name="connsiteY38" fmla="*/ 3347884 h 9483213"/>
              <a:gd name="connsiteX39" fmla="*/ 648929 w 8922774"/>
              <a:gd name="connsiteY39" fmla="*/ 2728452 h 9483213"/>
              <a:gd name="connsiteX40" fmla="*/ 1165123 w 8922774"/>
              <a:gd name="connsiteY40" fmla="*/ 2138516 h 9483213"/>
              <a:gd name="connsiteX41" fmla="*/ 1681316 w 8922774"/>
              <a:gd name="connsiteY41" fmla="*/ 1681316 h 9483213"/>
              <a:gd name="connsiteX42" fmla="*/ 2303698 w 8922774"/>
              <a:gd name="connsiteY42" fmla="*/ 1300807 h 9483213"/>
              <a:gd name="connsiteX0" fmla="*/ 2286000 w 8922774"/>
              <a:gd name="connsiteY0" fmla="*/ 1268361 h 9483213"/>
              <a:gd name="connsiteX1" fmla="*/ 4734233 w 8922774"/>
              <a:gd name="connsiteY1" fmla="*/ 280219 h 9483213"/>
              <a:gd name="connsiteX2" fmla="*/ 6209071 w 8922774"/>
              <a:gd name="connsiteY2" fmla="*/ 103239 h 9483213"/>
              <a:gd name="connsiteX3" fmla="*/ 7300452 w 8922774"/>
              <a:gd name="connsiteY3" fmla="*/ 0 h 9483213"/>
              <a:gd name="connsiteX4" fmla="*/ 7344697 w 8922774"/>
              <a:gd name="connsiteY4" fmla="*/ 0 h 9483213"/>
              <a:gd name="connsiteX5" fmla="*/ 8922774 w 8922774"/>
              <a:gd name="connsiteY5" fmla="*/ 1415845 h 9483213"/>
              <a:gd name="connsiteX6" fmla="*/ 7197213 w 8922774"/>
              <a:gd name="connsiteY6" fmla="*/ 2861187 h 9483213"/>
              <a:gd name="connsiteX7" fmla="*/ 7020232 w 8922774"/>
              <a:gd name="connsiteY7" fmla="*/ 2861187 h 9483213"/>
              <a:gd name="connsiteX8" fmla="*/ 6769510 w 8922774"/>
              <a:gd name="connsiteY8" fmla="*/ 2875936 h 9483213"/>
              <a:gd name="connsiteX9" fmla="*/ 6533536 w 8922774"/>
              <a:gd name="connsiteY9" fmla="*/ 2934929 h 9483213"/>
              <a:gd name="connsiteX10" fmla="*/ 6297561 w 8922774"/>
              <a:gd name="connsiteY10" fmla="*/ 2979174 h 9483213"/>
              <a:gd name="connsiteX11" fmla="*/ 6046839 w 8922774"/>
              <a:gd name="connsiteY11" fmla="*/ 3067665 h 9483213"/>
              <a:gd name="connsiteX12" fmla="*/ 5722374 w 8922774"/>
              <a:gd name="connsiteY12" fmla="*/ 3215148 h 9483213"/>
              <a:gd name="connsiteX13" fmla="*/ 5456903 w 8922774"/>
              <a:gd name="connsiteY13" fmla="*/ 3362632 h 9483213"/>
              <a:gd name="connsiteX14" fmla="*/ 5220929 w 8922774"/>
              <a:gd name="connsiteY14" fmla="*/ 3569110 h 9483213"/>
              <a:gd name="connsiteX15" fmla="*/ 4999703 w 8922774"/>
              <a:gd name="connsiteY15" fmla="*/ 3805084 h 9483213"/>
              <a:gd name="connsiteX16" fmla="*/ 4778477 w 8922774"/>
              <a:gd name="connsiteY16" fmla="*/ 4129548 h 9483213"/>
              <a:gd name="connsiteX17" fmla="*/ 4660490 w 8922774"/>
              <a:gd name="connsiteY17" fmla="*/ 4483510 h 9483213"/>
              <a:gd name="connsiteX18" fmla="*/ 4645742 w 8922774"/>
              <a:gd name="connsiteY18" fmla="*/ 4911213 h 9483213"/>
              <a:gd name="connsiteX19" fmla="*/ 4719484 w 8922774"/>
              <a:gd name="connsiteY19" fmla="*/ 5294671 h 9483213"/>
              <a:gd name="connsiteX20" fmla="*/ 4793226 w 8922774"/>
              <a:gd name="connsiteY20" fmla="*/ 5427407 h 9483213"/>
              <a:gd name="connsiteX21" fmla="*/ 4970206 w 8922774"/>
              <a:gd name="connsiteY21" fmla="*/ 5722374 h 9483213"/>
              <a:gd name="connsiteX22" fmla="*/ 5279923 w 8922774"/>
              <a:gd name="connsiteY22" fmla="*/ 6061587 h 9483213"/>
              <a:gd name="connsiteX23" fmla="*/ 5648632 w 8922774"/>
              <a:gd name="connsiteY23" fmla="*/ 6297561 h 9483213"/>
              <a:gd name="connsiteX24" fmla="*/ 6150077 w 8922774"/>
              <a:gd name="connsiteY24" fmla="*/ 6533536 h 9483213"/>
              <a:gd name="connsiteX25" fmla="*/ 6518787 w 8922774"/>
              <a:gd name="connsiteY25" fmla="*/ 6622026 h 9483213"/>
              <a:gd name="connsiteX26" fmla="*/ 6902245 w 8922774"/>
              <a:gd name="connsiteY26" fmla="*/ 6710516 h 9483213"/>
              <a:gd name="connsiteX27" fmla="*/ 7182465 w 8922774"/>
              <a:gd name="connsiteY27" fmla="*/ 6695768 h 9483213"/>
              <a:gd name="connsiteX28" fmla="*/ 5707626 w 8922774"/>
              <a:gd name="connsiteY28" fmla="*/ 7978878 h 9483213"/>
              <a:gd name="connsiteX29" fmla="*/ 7315200 w 8922774"/>
              <a:gd name="connsiteY29" fmla="*/ 9483213 h 9483213"/>
              <a:gd name="connsiteX30" fmla="*/ 6061587 w 8922774"/>
              <a:gd name="connsiteY30" fmla="*/ 9409471 h 9483213"/>
              <a:gd name="connsiteX31" fmla="*/ 4572000 w 8922774"/>
              <a:gd name="connsiteY31" fmla="*/ 9144000 h 9483213"/>
              <a:gd name="connsiteX32" fmla="*/ 3156155 w 8922774"/>
              <a:gd name="connsiteY32" fmla="*/ 8642555 h 9483213"/>
              <a:gd name="connsiteX33" fmla="*/ 1932039 w 8922774"/>
              <a:gd name="connsiteY33" fmla="*/ 7964129 h 9483213"/>
              <a:gd name="connsiteX34" fmla="*/ 1061884 w 8922774"/>
              <a:gd name="connsiteY34" fmla="*/ 7226710 h 9483213"/>
              <a:gd name="connsiteX35" fmla="*/ 530942 w 8922774"/>
              <a:gd name="connsiteY35" fmla="*/ 6533536 h 9483213"/>
              <a:gd name="connsiteX36" fmla="*/ 162232 w 8922774"/>
              <a:gd name="connsiteY36" fmla="*/ 5751871 h 9483213"/>
              <a:gd name="connsiteX37" fmla="*/ 0 w 8922774"/>
              <a:gd name="connsiteY37" fmla="*/ 4984955 h 9483213"/>
              <a:gd name="connsiteX38" fmla="*/ 29497 w 8922774"/>
              <a:gd name="connsiteY38" fmla="*/ 4100052 h 9483213"/>
              <a:gd name="connsiteX39" fmla="*/ 294968 w 8922774"/>
              <a:gd name="connsiteY39" fmla="*/ 3347884 h 9483213"/>
              <a:gd name="connsiteX40" fmla="*/ 648929 w 8922774"/>
              <a:gd name="connsiteY40" fmla="*/ 2728452 h 9483213"/>
              <a:gd name="connsiteX41" fmla="*/ 1165123 w 8922774"/>
              <a:gd name="connsiteY41" fmla="*/ 2138516 h 9483213"/>
              <a:gd name="connsiteX42" fmla="*/ 1681316 w 8922774"/>
              <a:gd name="connsiteY42" fmla="*/ 1681316 h 9483213"/>
              <a:gd name="connsiteX43" fmla="*/ 2303698 w 8922774"/>
              <a:gd name="connsiteY43" fmla="*/ 1300807 h 9483213"/>
              <a:gd name="connsiteX0" fmla="*/ 2286000 w 8922774"/>
              <a:gd name="connsiteY0" fmla="*/ 1268361 h 9483213"/>
              <a:gd name="connsiteX1" fmla="*/ 4734233 w 8922774"/>
              <a:gd name="connsiteY1" fmla="*/ 280219 h 9483213"/>
              <a:gd name="connsiteX2" fmla="*/ 6194322 w 8922774"/>
              <a:gd name="connsiteY2" fmla="*/ 44246 h 9483213"/>
              <a:gd name="connsiteX3" fmla="*/ 7300452 w 8922774"/>
              <a:gd name="connsiteY3" fmla="*/ 0 h 9483213"/>
              <a:gd name="connsiteX4" fmla="*/ 7344697 w 8922774"/>
              <a:gd name="connsiteY4" fmla="*/ 0 h 9483213"/>
              <a:gd name="connsiteX5" fmla="*/ 8922774 w 8922774"/>
              <a:gd name="connsiteY5" fmla="*/ 1415845 h 9483213"/>
              <a:gd name="connsiteX6" fmla="*/ 7197213 w 8922774"/>
              <a:gd name="connsiteY6" fmla="*/ 2861187 h 9483213"/>
              <a:gd name="connsiteX7" fmla="*/ 7020232 w 8922774"/>
              <a:gd name="connsiteY7" fmla="*/ 2861187 h 9483213"/>
              <a:gd name="connsiteX8" fmla="*/ 6769510 w 8922774"/>
              <a:gd name="connsiteY8" fmla="*/ 2875936 h 9483213"/>
              <a:gd name="connsiteX9" fmla="*/ 6533536 w 8922774"/>
              <a:gd name="connsiteY9" fmla="*/ 2934929 h 9483213"/>
              <a:gd name="connsiteX10" fmla="*/ 6297561 w 8922774"/>
              <a:gd name="connsiteY10" fmla="*/ 2979174 h 9483213"/>
              <a:gd name="connsiteX11" fmla="*/ 6046839 w 8922774"/>
              <a:gd name="connsiteY11" fmla="*/ 3067665 h 9483213"/>
              <a:gd name="connsiteX12" fmla="*/ 5722374 w 8922774"/>
              <a:gd name="connsiteY12" fmla="*/ 3215148 h 9483213"/>
              <a:gd name="connsiteX13" fmla="*/ 5456903 w 8922774"/>
              <a:gd name="connsiteY13" fmla="*/ 3362632 h 9483213"/>
              <a:gd name="connsiteX14" fmla="*/ 5220929 w 8922774"/>
              <a:gd name="connsiteY14" fmla="*/ 3569110 h 9483213"/>
              <a:gd name="connsiteX15" fmla="*/ 4999703 w 8922774"/>
              <a:gd name="connsiteY15" fmla="*/ 3805084 h 9483213"/>
              <a:gd name="connsiteX16" fmla="*/ 4778477 w 8922774"/>
              <a:gd name="connsiteY16" fmla="*/ 4129548 h 9483213"/>
              <a:gd name="connsiteX17" fmla="*/ 4660490 w 8922774"/>
              <a:gd name="connsiteY17" fmla="*/ 4483510 h 9483213"/>
              <a:gd name="connsiteX18" fmla="*/ 4645742 w 8922774"/>
              <a:gd name="connsiteY18" fmla="*/ 4911213 h 9483213"/>
              <a:gd name="connsiteX19" fmla="*/ 4719484 w 8922774"/>
              <a:gd name="connsiteY19" fmla="*/ 5294671 h 9483213"/>
              <a:gd name="connsiteX20" fmla="*/ 4793226 w 8922774"/>
              <a:gd name="connsiteY20" fmla="*/ 5427407 h 9483213"/>
              <a:gd name="connsiteX21" fmla="*/ 4970206 w 8922774"/>
              <a:gd name="connsiteY21" fmla="*/ 5722374 h 9483213"/>
              <a:gd name="connsiteX22" fmla="*/ 5279923 w 8922774"/>
              <a:gd name="connsiteY22" fmla="*/ 6061587 h 9483213"/>
              <a:gd name="connsiteX23" fmla="*/ 5648632 w 8922774"/>
              <a:gd name="connsiteY23" fmla="*/ 6297561 h 9483213"/>
              <a:gd name="connsiteX24" fmla="*/ 6150077 w 8922774"/>
              <a:gd name="connsiteY24" fmla="*/ 6533536 h 9483213"/>
              <a:gd name="connsiteX25" fmla="*/ 6518787 w 8922774"/>
              <a:gd name="connsiteY25" fmla="*/ 6622026 h 9483213"/>
              <a:gd name="connsiteX26" fmla="*/ 6902245 w 8922774"/>
              <a:gd name="connsiteY26" fmla="*/ 6710516 h 9483213"/>
              <a:gd name="connsiteX27" fmla="*/ 7182465 w 8922774"/>
              <a:gd name="connsiteY27" fmla="*/ 6695768 h 9483213"/>
              <a:gd name="connsiteX28" fmla="*/ 5707626 w 8922774"/>
              <a:gd name="connsiteY28" fmla="*/ 7978878 h 9483213"/>
              <a:gd name="connsiteX29" fmla="*/ 7315200 w 8922774"/>
              <a:gd name="connsiteY29" fmla="*/ 9483213 h 9483213"/>
              <a:gd name="connsiteX30" fmla="*/ 6061587 w 8922774"/>
              <a:gd name="connsiteY30" fmla="*/ 9409471 h 9483213"/>
              <a:gd name="connsiteX31" fmla="*/ 4572000 w 8922774"/>
              <a:gd name="connsiteY31" fmla="*/ 9144000 h 9483213"/>
              <a:gd name="connsiteX32" fmla="*/ 3156155 w 8922774"/>
              <a:gd name="connsiteY32" fmla="*/ 8642555 h 9483213"/>
              <a:gd name="connsiteX33" fmla="*/ 1932039 w 8922774"/>
              <a:gd name="connsiteY33" fmla="*/ 7964129 h 9483213"/>
              <a:gd name="connsiteX34" fmla="*/ 1061884 w 8922774"/>
              <a:gd name="connsiteY34" fmla="*/ 7226710 h 9483213"/>
              <a:gd name="connsiteX35" fmla="*/ 530942 w 8922774"/>
              <a:gd name="connsiteY35" fmla="*/ 6533536 h 9483213"/>
              <a:gd name="connsiteX36" fmla="*/ 162232 w 8922774"/>
              <a:gd name="connsiteY36" fmla="*/ 5751871 h 9483213"/>
              <a:gd name="connsiteX37" fmla="*/ 0 w 8922774"/>
              <a:gd name="connsiteY37" fmla="*/ 4984955 h 9483213"/>
              <a:gd name="connsiteX38" fmla="*/ 29497 w 8922774"/>
              <a:gd name="connsiteY38" fmla="*/ 4100052 h 9483213"/>
              <a:gd name="connsiteX39" fmla="*/ 294968 w 8922774"/>
              <a:gd name="connsiteY39" fmla="*/ 3347884 h 9483213"/>
              <a:gd name="connsiteX40" fmla="*/ 648929 w 8922774"/>
              <a:gd name="connsiteY40" fmla="*/ 2728452 h 9483213"/>
              <a:gd name="connsiteX41" fmla="*/ 1165123 w 8922774"/>
              <a:gd name="connsiteY41" fmla="*/ 2138516 h 9483213"/>
              <a:gd name="connsiteX42" fmla="*/ 1681316 w 8922774"/>
              <a:gd name="connsiteY42" fmla="*/ 1681316 h 9483213"/>
              <a:gd name="connsiteX43" fmla="*/ 2303698 w 8922774"/>
              <a:gd name="connsiteY43" fmla="*/ 1300807 h 9483213"/>
              <a:gd name="connsiteX0" fmla="*/ 2286000 w 8922774"/>
              <a:gd name="connsiteY0" fmla="*/ 1268361 h 9483213"/>
              <a:gd name="connsiteX1" fmla="*/ 3465871 w 8922774"/>
              <a:gd name="connsiteY1" fmla="*/ 766916 h 9483213"/>
              <a:gd name="connsiteX2" fmla="*/ 4734233 w 8922774"/>
              <a:gd name="connsiteY2" fmla="*/ 280219 h 9483213"/>
              <a:gd name="connsiteX3" fmla="*/ 6194322 w 8922774"/>
              <a:gd name="connsiteY3" fmla="*/ 44246 h 9483213"/>
              <a:gd name="connsiteX4" fmla="*/ 7300452 w 8922774"/>
              <a:gd name="connsiteY4" fmla="*/ 0 h 9483213"/>
              <a:gd name="connsiteX5" fmla="*/ 7344697 w 8922774"/>
              <a:gd name="connsiteY5" fmla="*/ 0 h 9483213"/>
              <a:gd name="connsiteX6" fmla="*/ 8922774 w 8922774"/>
              <a:gd name="connsiteY6" fmla="*/ 1415845 h 9483213"/>
              <a:gd name="connsiteX7" fmla="*/ 7197213 w 8922774"/>
              <a:gd name="connsiteY7" fmla="*/ 2861187 h 9483213"/>
              <a:gd name="connsiteX8" fmla="*/ 7020232 w 8922774"/>
              <a:gd name="connsiteY8" fmla="*/ 2861187 h 9483213"/>
              <a:gd name="connsiteX9" fmla="*/ 6769510 w 8922774"/>
              <a:gd name="connsiteY9" fmla="*/ 2875936 h 9483213"/>
              <a:gd name="connsiteX10" fmla="*/ 6533536 w 8922774"/>
              <a:gd name="connsiteY10" fmla="*/ 2934929 h 9483213"/>
              <a:gd name="connsiteX11" fmla="*/ 6297561 w 8922774"/>
              <a:gd name="connsiteY11" fmla="*/ 2979174 h 9483213"/>
              <a:gd name="connsiteX12" fmla="*/ 6046839 w 8922774"/>
              <a:gd name="connsiteY12" fmla="*/ 3067665 h 9483213"/>
              <a:gd name="connsiteX13" fmla="*/ 5722374 w 8922774"/>
              <a:gd name="connsiteY13" fmla="*/ 3215148 h 9483213"/>
              <a:gd name="connsiteX14" fmla="*/ 5456903 w 8922774"/>
              <a:gd name="connsiteY14" fmla="*/ 3362632 h 9483213"/>
              <a:gd name="connsiteX15" fmla="*/ 5220929 w 8922774"/>
              <a:gd name="connsiteY15" fmla="*/ 3569110 h 9483213"/>
              <a:gd name="connsiteX16" fmla="*/ 4999703 w 8922774"/>
              <a:gd name="connsiteY16" fmla="*/ 3805084 h 9483213"/>
              <a:gd name="connsiteX17" fmla="*/ 4778477 w 8922774"/>
              <a:gd name="connsiteY17" fmla="*/ 4129548 h 9483213"/>
              <a:gd name="connsiteX18" fmla="*/ 4660490 w 8922774"/>
              <a:gd name="connsiteY18" fmla="*/ 4483510 h 9483213"/>
              <a:gd name="connsiteX19" fmla="*/ 4645742 w 8922774"/>
              <a:gd name="connsiteY19" fmla="*/ 4911213 h 9483213"/>
              <a:gd name="connsiteX20" fmla="*/ 4719484 w 8922774"/>
              <a:gd name="connsiteY20" fmla="*/ 5294671 h 9483213"/>
              <a:gd name="connsiteX21" fmla="*/ 4793226 w 8922774"/>
              <a:gd name="connsiteY21" fmla="*/ 5427407 h 9483213"/>
              <a:gd name="connsiteX22" fmla="*/ 4970206 w 8922774"/>
              <a:gd name="connsiteY22" fmla="*/ 5722374 h 9483213"/>
              <a:gd name="connsiteX23" fmla="*/ 5279923 w 8922774"/>
              <a:gd name="connsiteY23" fmla="*/ 6061587 h 9483213"/>
              <a:gd name="connsiteX24" fmla="*/ 5648632 w 8922774"/>
              <a:gd name="connsiteY24" fmla="*/ 6297561 h 9483213"/>
              <a:gd name="connsiteX25" fmla="*/ 6150077 w 8922774"/>
              <a:gd name="connsiteY25" fmla="*/ 6533536 h 9483213"/>
              <a:gd name="connsiteX26" fmla="*/ 6518787 w 8922774"/>
              <a:gd name="connsiteY26" fmla="*/ 6622026 h 9483213"/>
              <a:gd name="connsiteX27" fmla="*/ 6902245 w 8922774"/>
              <a:gd name="connsiteY27" fmla="*/ 6710516 h 9483213"/>
              <a:gd name="connsiteX28" fmla="*/ 7182465 w 8922774"/>
              <a:gd name="connsiteY28" fmla="*/ 6695768 h 9483213"/>
              <a:gd name="connsiteX29" fmla="*/ 5707626 w 8922774"/>
              <a:gd name="connsiteY29" fmla="*/ 7978878 h 9483213"/>
              <a:gd name="connsiteX30" fmla="*/ 7315200 w 8922774"/>
              <a:gd name="connsiteY30" fmla="*/ 9483213 h 9483213"/>
              <a:gd name="connsiteX31" fmla="*/ 6061587 w 8922774"/>
              <a:gd name="connsiteY31" fmla="*/ 9409471 h 9483213"/>
              <a:gd name="connsiteX32" fmla="*/ 4572000 w 8922774"/>
              <a:gd name="connsiteY32" fmla="*/ 9144000 h 9483213"/>
              <a:gd name="connsiteX33" fmla="*/ 3156155 w 8922774"/>
              <a:gd name="connsiteY33" fmla="*/ 8642555 h 9483213"/>
              <a:gd name="connsiteX34" fmla="*/ 1932039 w 8922774"/>
              <a:gd name="connsiteY34" fmla="*/ 7964129 h 9483213"/>
              <a:gd name="connsiteX35" fmla="*/ 1061884 w 8922774"/>
              <a:gd name="connsiteY35" fmla="*/ 7226710 h 9483213"/>
              <a:gd name="connsiteX36" fmla="*/ 530942 w 8922774"/>
              <a:gd name="connsiteY36" fmla="*/ 6533536 h 9483213"/>
              <a:gd name="connsiteX37" fmla="*/ 162232 w 8922774"/>
              <a:gd name="connsiteY37" fmla="*/ 5751871 h 9483213"/>
              <a:gd name="connsiteX38" fmla="*/ 0 w 8922774"/>
              <a:gd name="connsiteY38" fmla="*/ 4984955 h 9483213"/>
              <a:gd name="connsiteX39" fmla="*/ 29497 w 8922774"/>
              <a:gd name="connsiteY39" fmla="*/ 4100052 h 9483213"/>
              <a:gd name="connsiteX40" fmla="*/ 294968 w 8922774"/>
              <a:gd name="connsiteY40" fmla="*/ 3347884 h 9483213"/>
              <a:gd name="connsiteX41" fmla="*/ 648929 w 8922774"/>
              <a:gd name="connsiteY41" fmla="*/ 2728452 h 9483213"/>
              <a:gd name="connsiteX42" fmla="*/ 1165123 w 8922774"/>
              <a:gd name="connsiteY42" fmla="*/ 2138516 h 9483213"/>
              <a:gd name="connsiteX43" fmla="*/ 1681316 w 8922774"/>
              <a:gd name="connsiteY43" fmla="*/ 1681316 h 9483213"/>
              <a:gd name="connsiteX44" fmla="*/ 2303698 w 8922774"/>
              <a:gd name="connsiteY44" fmla="*/ 1300807 h 9483213"/>
              <a:gd name="connsiteX0" fmla="*/ 2286000 w 8922774"/>
              <a:gd name="connsiteY0" fmla="*/ 1268361 h 9483213"/>
              <a:gd name="connsiteX1" fmla="*/ 3421625 w 8922774"/>
              <a:gd name="connsiteY1" fmla="*/ 707923 h 9483213"/>
              <a:gd name="connsiteX2" fmla="*/ 4734233 w 8922774"/>
              <a:gd name="connsiteY2" fmla="*/ 280219 h 9483213"/>
              <a:gd name="connsiteX3" fmla="*/ 6194322 w 8922774"/>
              <a:gd name="connsiteY3" fmla="*/ 44246 h 9483213"/>
              <a:gd name="connsiteX4" fmla="*/ 7300452 w 8922774"/>
              <a:gd name="connsiteY4" fmla="*/ 0 h 9483213"/>
              <a:gd name="connsiteX5" fmla="*/ 7344697 w 8922774"/>
              <a:gd name="connsiteY5" fmla="*/ 0 h 9483213"/>
              <a:gd name="connsiteX6" fmla="*/ 8922774 w 8922774"/>
              <a:gd name="connsiteY6" fmla="*/ 1415845 h 9483213"/>
              <a:gd name="connsiteX7" fmla="*/ 7197213 w 8922774"/>
              <a:gd name="connsiteY7" fmla="*/ 2861187 h 9483213"/>
              <a:gd name="connsiteX8" fmla="*/ 7020232 w 8922774"/>
              <a:gd name="connsiteY8" fmla="*/ 2861187 h 9483213"/>
              <a:gd name="connsiteX9" fmla="*/ 6769510 w 8922774"/>
              <a:gd name="connsiteY9" fmla="*/ 2875936 h 9483213"/>
              <a:gd name="connsiteX10" fmla="*/ 6533536 w 8922774"/>
              <a:gd name="connsiteY10" fmla="*/ 2934929 h 9483213"/>
              <a:gd name="connsiteX11" fmla="*/ 6297561 w 8922774"/>
              <a:gd name="connsiteY11" fmla="*/ 2979174 h 9483213"/>
              <a:gd name="connsiteX12" fmla="*/ 6046839 w 8922774"/>
              <a:gd name="connsiteY12" fmla="*/ 3067665 h 9483213"/>
              <a:gd name="connsiteX13" fmla="*/ 5722374 w 8922774"/>
              <a:gd name="connsiteY13" fmla="*/ 3215148 h 9483213"/>
              <a:gd name="connsiteX14" fmla="*/ 5456903 w 8922774"/>
              <a:gd name="connsiteY14" fmla="*/ 3362632 h 9483213"/>
              <a:gd name="connsiteX15" fmla="*/ 5220929 w 8922774"/>
              <a:gd name="connsiteY15" fmla="*/ 3569110 h 9483213"/>
              <a:gd name="connsiteX16" fmla="*/ 4999703 w 8922774"/>
              <a:gd name="connsiteY16" fmla="*/ 3805084 h 9483213"/>
              <a:gd name="connsiteX17" fmla="*/ 4778477 w 8922774"/>
              <a:gd name="connsiteY17" fmla="*/ 4129548 h 9483213"/>
              <a:gd name="connsiteX18" fmla="*/ 4660490 w 8922774"/>
              <a:gd name="connsiteY18" fmla="*/ 4483510 h 9483213"/>
              <a:gd name="connsiteX19" fmla="*/ 4645742 w 8922774"/>
              <a:gd name="connsiteY19" fmla="*/ 4911213 h 9483213"/>
              <a:gd name="connsiteX20" fmla="*/ 4719484 w 8922774"/>
              <a:gd name="connsiteY20" fmla="*/ 5294671 h 9483213"/>
              <a:gd name="connsiteX21" fmla="*/ 4793226 w 8922774"/>
              <a:gd name="connsiteY21" fmla="*/ 5427407 h 9483213"/>
              <a:gd name="connsiteX22" fmla="*/ 4970206 w 8922774"/>
              <a:gd name="connsiteY22" fmla="*/ 5722374 h 9483213"/>
              <a:gd name="connsiteX23" fmla="*/ 5279923 w 8922774"/>
              <a:gd name="connsiteY23" fmla="*/ 6061587 h 9483213"/>
              <a:gd name="connsiteX24" fmla="*/ 5648632 w 8922774"/>
              <a:gd name="connsiteY24" fmla="*/ 6297561 h 9483213"/>
              <a:gd name="connsiteX25" fmla="*/ 6150077 w 8922774"/>
              <a:gd name="connsiteY25" fmla="*/ 6533536 h 9483213"/>
              <a:gd name="connsiteX26" fmla="*/ 6518787 w 8922774"/>
              <a:gd name="connsiteY26" fmla="*/ 6622026 h 9483213"/>
              <a:gd name="connsiteX27" fmla="*/ 6902245 w 8922774"/>
              <a:gd name="connsiteY27" fmla="*/ 6710516 h 9483213"/>
              <a:gd name="connsiteX28" fmla="*/ 7182465 w 8922774"/>
              <a:gd name="connsiteY28" fmla="*/ 6695768 h 9483213"/>
              <a:gd name="connsiteX29" fmla="*/ 5707626 w 8922774"/>
              <a:gd name="connsiteY29" fmla="*/ 7978878 h 9483213"/>
              <a:gd name="connsiteX30" fmla="*/ 7315200 w 8922774"/>
              <a:gd name="connsiteY30" fmla="*/ 9483213 h 9483213"/>
              <a:gd name="connsiteX31" fmla="*/ 6061587 w 8922774"/>
              <a:gd name="connsiteY31" fmla="*/ 9409471 h 9483213"/>
              <a:gd name="connsiteX32" fmla="*/ 4572000 w 8922774"/>
              <a:gd name="connsiteY32" fmla="*/ 9144000 h 9483213"/>
              <a:gd name="connsiteX33" fmla="*/ 3156155 w 8922774"/>
              <a:gd name="connsiteY33" fmla="*/ 8642555 h 9483213"/>
              <a:gd name="connsiteX34" fmla="*/ 1932039 w 8922774"/>
              <a:gd name="connsiteY34" fmla="*/ 7964129 h 9483213"/>
              <a:gd name="connsiteX35" fmla="*/ 1061884 w 8922774"/>
              <a:gd name="connsiteY35" fmla="*/ 7226710 h 9483213"/>
              <a:gd name="connsiteX36" fmla="*/ 530942 w 8922774"/>
              <a:gd name="connsiteY36" fmla="*/ 6533536 h 9483213"/>
              <a:gd name="connsiteX37" fmla="*/ 162232 w 8922774"/>
              <a:gd name="connsiteY37" fmla="*/ 5751871 h 9483213"/>
              <a:gd name="connsiteX38" fmla="*/ 0 w 8922774"/>
              <a:gd name="connsiteY38" fmla="*/ 4984955 h 9483213"/>
              <a:gd name="connsiteX39" fmla="*/ 29497 w 8922774"/>
              <a:gd name="connsiteY39" fmla="*/ 4100052 h 9483213"/>
              <a:gd name="connsiteX40" fmla="*/ 294968 w 8922774"/>
              <a:gd name="connsiteY40" fmla="*/ 3347884 h 9483213"/>
              <a:gd name="connsiteX41" fmla="*/ 648929 w 8922774"/>
              <a:gd name="connsiteY41" fmla="*/ 2728452 h 9483213"/>
              <a:gd name="connsiteX42" fmla="*/ 1165123 w 8922774"/>
              <a:gd name="connsiteY42" fmla="*/ 2138516 h 9483213"/>
              <a:gd name="connsiteX43" fmla="*/ 1681316 w 8922774"/>
              <a:gd name="connsiteY43" fmla="*/ 1681316 h 9483213"/>
              <a:gd name="connsiteX44" fmla="*/ 2303698 w 8922774"/>
              <a:gd name="connsiteY44" fmla="*/ 1300807 h 9483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8922774" h="9483213">
                <a:moveTo>
                  <a:pt x="2286000" y="1268361"/>
                </a:moveTo>
                <a:lnTo>
                  <a:pt x="3421625" y="707923"/>
                </a:lnTo>
                <a:lnTo>
                  <a:pt x="4734233" y="280219"/>
                </a:lnTo>
                <a:lnTo>
                  <a:pt x="6194322" y="44246"/>
                </a:lnTo>
                <a:lnTo>
                  <a:pt x="7300452" y="0"/>
                </a:lnTo>
                <a:lnTo>
                  <a:pt x="7344697" y="0"/>
                </a:lnTo>
                <a:lnTo>
                  <a:pt x="8922774" y="1415845"/>
                </a:lnTo>
                <a:lnTo>
                  <a:pt x="7197213" y="2861187"/>
                </a:lnTo>
                <a:lnTo>
                  <a:pt x="7020232" y="2861187"/>
                </a:lnTo>
                <a:lnTo>
                  <a:pt x="6769510" y="2875936"/>
                </a:lnTo>
                <a:lnTo>
                  <a:pt x="6533536" y="2934929"/>
                </a:lnTo>
                <a:lnTo>
                  <a:pt x="6297561" y="2979174"/>
                </a:lnTo>
                <a:lnTo>
                  <a:pt x="6046839" y="3067665"/>
                </a:lnTo>
                <a:lnTo>
                  <a:pt x="5722374" y="3215148"/>
                </a:lnTo>
                <a:lnTo>
                  <a:pt x="5456903" y="3362632"/>
                </a:lnTo>
                <a:lnTo>
                  <a:pt x="5220929" y="3569110"/>
                </a:lnTo>
                <a:lnTo>
                  <a:pt x="4999703" y="3805084"/>
                </a:lnTo>
                <a:lnTo>
                  <a:pt x="4778477" y="4129548"/>
                </a:lnTo>
                <a:lnTo>
                  <a:pt x="4660490" y="4483510"/>
                </a:lnTo>
                <a:lnTo>
                  <a:pt x="4645742" y="4911213"/>
                </a:lnTo>
                <a:lnTo>
                  <a:pt x="4719484" y="5294671"/>
                </a:lnTo>
                <a:lnTo>
                  <a:pt x="4793226" y="5427407"/>
                </a:lnTo>
                <a:lnTo>
                  <a:pt x="4970206" y="5722374"/>
                </a:lnTo>
                <a:lnTo>
                  <a:pt x="5279923" y="6061587"/>
                </a:lnTo>
                <a:lnTo>
                  <a:pt x="5648632" y="6297561"/>
                </a:lnTo>
                <a:lnTo>
                  <a:pt x="6150077" y="6533536"/>
                </a:lnTo>
                <a:lnTo>
                  <a:pt x="6518787" y="6622026"/>
                </a:lnTo>
                <a:lnTo>
                  <a:pt x="6902245" y="6710516"/>
                </a:lnTo>
                <a:lnTo>
                  <a:pt x="7182465" y="6695768"/>
                </a:lnTo>
                <a:lnTo>
                  <a:pt x="5707626" y="7978878"/>
                </a:lnTo>
                <a:lnTo>
                  <a:pt x="7315200" y="9483213"/>
                </a:lnTo>
                <a:lnTo>
                  <a:pt x="6061587" y="9409471"/>
                </a:lnTo>
                <a:lnTo>
                  <a:pt x="4572000" y="9144000"/>
                </a:lnTo>
                <a:lnTo>
                  <a:pt x="3156155" y="8642555"/>
                </a:lnTo>
                <a:lnTo>
                  <a:pt x="1932039" y="7964129"/>
                </a:lnTo>
                <a:lnTo>
                  <a:pt x="1061884" y="7226710"/>
                </a:lnTo>
                <a:lnTo>
                  <a:pt x="530942" y="6533536"/>
                </a:lnTo>
                <a:lnTo>
                  <a:pt x="162232" y="5751871"/>
                </a:lnTo>
                <a:lnTo>
                  <a:pt x="0" y="4984955"/>
                </a:lnTo>
                <a:lnTo>
                  <a:pt x="29497" y="4100052"/>
                </a:lnTo>
                <a:lnTo>
                  <a:pt x="294968" y="3347884"/>
                </a:lnTo>
                <a:lnTo>
                  <a:pt x="648929" y="2728452"/>
                </a:lnTo>
                <a:lnTo>
                  <a:pt x="1165123" y="2138516"/>
                </a:lnTo>
                <a:lnTo>
                  <a:pt x="1681316" y="1681316"/>
                </a:lnTo>
                <a:cubicBezTo>
                  <a:pt x="1882877" y="1543664"/>
                  <a:pt x="2303698" y="1300807"/>
                  <a:pt x="2303698" y="1300807"/>
                </a:cubicBezTo>
              </a:path>
            </a:pathLst>
          </a:custGeom>
          <a:solidFill>
            <a:srgbClr val="DCEAF7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Chroma and Cohere (Integration Guide) | Cohere">
            <a:extLst>
              <a:ext uri="{FF2B5EF4-FFF2-40B4-BE49-F238E27FC236}">
                <a16:creationId xmlns:a16="http://schemas.microsoft.com/office/drawing/2014/main" id="{7D2D2CC1-0D47-7AC9-21E0-FE19CB1C5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5052" y="3017149"/>
            <a:ext cx="4292962" cy="1624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Shiny Express logo">
            <a:extLst>
              <a:ext uri="{FF2B5EF4-FFF2-40B4-BE49-F238E27FC236}">
                <a16:creationId xmlns:a16="http://schemas.microsoft.com/office/drawing/2014/main" id="{838FB294-1537-3D3F-ABC5-BF066C1DB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61809" y="8494389"/>
            <a:ext cx="3385527" cy="177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Postgresql plain wordmark logo - Social media &amp; Logos Icons">
            <a:extLst>
              <a:ext uri="{FF2B5EF4-FFF2-40B4-BE49-F238E27FC236}">
                <a16:creationId xmlns:a16="http://schemas.microsoft.com/office/drawing/2014/main" id="{3DAC9B39-6082-B2A9-F87B-AC4A7E6C9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98761" y="3812767"/>
            <a:ext cx="2848575" cy="2848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35B3B88E-FE29-C90D-D373-41F966C41555}"/>
              </a:ext>
            </a:extLst>
          </p:cNvPr>
          <p:cNvSpPr/>
          <p:nvPr/>
        </p:nvSpPr>
        <p:spPr>
          <a:xfrm>
            <a:off x="10795819" y="5251804"/>
            <a:ext cx="5102942" cy="38363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0" b="1" dirty="0">
                <a:solidFill>
                  <a:schemeClr val="bg2">
                    <a:lumMod val="50000"/>
                  </a:schemeClr>
                </a:solidFill>
              </a:rPr>
              <a:t>Technology Stack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DA3B6E-CB44-C292-C865-84EC8BBCFD6E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1857703" y="9088123"/>
            <a:ext cx="1489587" cy="1294742"/>
          </a:xfrm>
          <a:prstGeom prst="lin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6D162D3-1C5B-52FC-F8F5-03317EBCB82C}"/>
              </a:ext>
            </a:extLst>
          </p:cNvPr>
          <p:cNvCxnSpPr>
            <a:cxnSpLocks/>
            <a:stCxn id="11" idx="4"/>
          </p:cNvCxnSpPr>
          <p:nvPr/>
        </p:nvCxnSpPr>
        <p:spPr>
          <a:xfrm flipH="1" flipV="1">
            <a:off x="11857703" y="10382865"/>
            <a:ext cx="1599354" cy="1489586"/>
          </a:xfrm>
          <a:prstGeom prst="lin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9675E00-DCBC-EB74-807B-B9A3938745DE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13347290" y="3813147"/>
            <a:ext cx="1725562" cy="1438657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9671D8-18AC-227B-A76A-E120943713EA}"/>
              </a:ext>
            </a:extLst>
          </p:cNvPr>
          <p:cNvCxnSpPr>
            <a:cxnSpLocks/>
            <a:stCxn id="11" idx="0"/>
          </p:cNvCxnSpPr>
          <p:nvPr/>
        </p:nvCxnSpPr>
        <p:spPr>
          <a:xfrm>
            <a:off x="13457057" y="2389238"/>
            <a:ext cx="1615795" cy="1423909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6" name="Graphic 1045">
            <a:extLst>
              <a:ext uri="{FF2B5EF4-FFF2-40B4-BE49-F238E27FC236}">
                <a16:creationId xmlns:a16="http://schemas.microsoft.com/office/drawing/2014/main" id="{0373E6E5-C3BF-179F-1B54-448078053E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21097" y="7631828"/>
            <a:ext cx="4223369" cy="3836320"/>
          </a:xfrm>
          <a:prstGeom prst="rect">
            <a:avLst/>
          </a:prstGeom>
        </p:spPr>
      </p:pic>
      <p:pic>
        <p:nvPicPr>
          <p:cNvPr id="1053" name="Graphic 1052">
            <a:extLst>
              <a:ext uri="{FF2B5EF4-FFF2-40B4-BE49-F238E27FC236}">
                <a16:creationId xmlns:a16="http://schemas.microsoft.com/office/drawing/2014/main" id="{B631308D-D0C9-BAAE-1947-C8B155D29C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74543" y="4353197"/>
            <a:ext cx="4252385" cy="425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03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6369</TotalTime>
  <Words>132</Words>
  <Application>Microsoft Macintosh PowerPoint</Application>
  <PresentationFormat>Custom</PresentationFormat>
  <Paragraphs>25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Discourse2Draft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Talukder, Amlan (NIH/NIEHS) [C]</dc:creator>
  <cp:lastModifiedBy>Talukder, Amlan (NIH/NIEHS) [C]</cp:lastModifiedBy>
  <cp:revision>9</cp:revision>
  <dcterms:created xsi:type="dcterms:W3CDTF">2025-07-21T16:13:35Z</dcterms:created>
  <dcterms:modified xsi:type="dcterms:W3CDTF">2026-02-13T19:39:29Z</dcterms:modified>
</cp:coreProperties>
</file>