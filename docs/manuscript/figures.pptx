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9" r:id="rId3"/>
    <p:sldId id="260" r:id="rId4"/>
    <p:sldId id="263" r:id="rId5"/>
    <p:sldId id="261" r:id="rId6"/>
    <p:sldId id="258" r:id="rId7"/>
    <p:sldId id="262" r:id="rId8"/>
  </p:sldIdLst>
  <p:sldSz cx="292608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  <a:srgbClr val="F2CFEE"/>
    <a:srgbClr val="000000"/>
    <a:srgbClr val="FBE3D6"/>
    <a:srgbClr val="E2F13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589"/>
  </p:normalViewPr>
  <p:slideViewPr>
    <p:cSldViewPr snapToGrid="0">
      <p:cViewPr varScale="1">
        <p:scale>
          <a:sx n="50" d="100"/>
          <a:sy n="50" d="100"/>
        </p:scale>
        <p:origin x="1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913B7-5510-6E41-B14E-AE7D08143742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89DBF-ACC3-F643-BD5F-3B141031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5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109728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219456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329184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438912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548640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658368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768096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877824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B3AE6-7A06-0A80-A273-AA0EC319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DDCA7-66C6-D4B0-1007-9BFA9A127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2E8D5-6F93-EB7A-167B-125ED441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82CD-3841-F15C-68C9-12479EA8F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9DBF-ACC3-F643-BD5F-3B14103177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7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9DBF-ACC3-F643-BD5F-3B14103177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8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2693671"/>
            <a:ext cx="219456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8644891"/>
            <a:ext cx="219456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3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6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440" y="4103372"/>
            <a:ext cx="2523744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440" y="11014712"/>
            <a:ext cx="2523744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1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680" y="4381500"/>
            <a:ext cx="124358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280" y="4381500"/>
            <a:ext cx="124358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876301"/>
            <a:ext cx="2523744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492" y="4034791"/>
            <a:ext cx="12378689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5492" y="6012180"/>
            <a:ext cx="12378689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13280" y="4034791"/>
            <a:ext cx="12439651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13280" y="6012180"/>
            <a:ext cx="12439651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57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7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2" y="1097280"/>
            <a:ext cx="9437369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9651" y="2369821"/>
            <a:ext cx="14813280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2" y="4937760"/>
            <a:ext cx="9437369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7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2" y="1097280"/>
            <a:ext cx="9437369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39651" y="2369821"/>
            <a:ext cx="14813280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2" y="4937760"/>
            <a:ext cx="9437369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3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2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39760" y="876300"/>
            <a:ext cx="630936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680" y="876300"/>
            <a:ext cx="1856232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0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876301"/>
            <a:ext cx="2523744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4381500"/>
            <a:ext cx="2523744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15255241"/>
            <a:ext cx="65836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9390D-1E74-874C-A776-978F14B33A7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92640" y="15255241"/>
            <a:ext cx="987552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65440" y="15255241"/>
            <a:ext cx="65836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21C06-06A3-DD45-8CBA-52E914300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8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004F-D6B9-D410-AFD9-4E4ED0DD3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Discourse2Draft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5F3C7-8A13-5D09-2883-7ADE33F33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Amlan Talukder</a:t>
            </a:r>
          </a:p>
        </p:txBody>
      </p:sp>
    </p:spTree>
    <p:extLst>
      <p:ext uri="{BB962C8B-B14F-4D97-AF65-F5344CB8AC3E}">
        <p14:creationId xmlns:p14="http://schemas.microsoft.com/office/powerpoint/2010/main" val="33063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84099E-E1FE-66AD-0D62-6D3ACF237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4768" y="3050565"/>
            <a:ext cx="13575337" cy="9641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92C532-AFFF-9A80-1748-8D9E8E3CF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70" y="3050565"/>
            <a:ext cx="15166398" cy="879328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CF6297-399C-4FEB-2471-D10420CA74EC}"/>
              </a:ext>
            </a:extLst>
          </p:cNvPr>
          <p:cNvCxnSpPr>
            <a:cxnSpLocks/>
          </p:cNvCxnSpPr>
          <p:nvPr/>
        </p:nvCxnSpPr>
        <p:spPr>
          <a:xfrm>
            <a:off x="15347683" y="1908315"/>
            <a:ext cx="0" cy="10873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96F79-4AFD-445B-09BA-AB651D693FB4}"/>
              </a:ext>
            </a:extLst>
          </p:cNvPr>
          <p:cNvSpPr/>
          <p:nvPr/>
        </p:nvSpPr>
        <p:spPr>
          <a:xfrm>
            <a:off x="238370" y="1908313"/>
            <a:ext cx="28843526" cy="108734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BA5525-0CE4-A6A9-473B-DB4ED6C5919D}"/>
              </a:ext>
            </a:extLst>
          </p:cNvPr>
          <p:cNvSpPr txBox="1"/>
          <p:nvPr/>
        </p:nvSpPr>
        <p:spPr>
          <a:xfrm>
            <a:off x="6288750" y="2125496"/>
            <a:ext cx="2788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Raw outline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91022-5545-2CDC-DA7A-509B08F5FDBC}"/>
              </a:ext>
            </a:extLst>
          </p:cNvPr>
          <p:cNvSpPr txBox="1"/>
          <p:nvPr/>
        </p:nvSpPr>
        <p:spPr>
          <a:xfrm>
            <a:off x="20108756" y="2125496"/>
            <a:ext cx="4167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Processed outline</a:t>
            </a:r>
          </a:p>
        </p:txBody>
      </p:sp>
    </p:spTree>
    <p:extLst>
      <p:ext uri="{BB962C8B-B14F-4D97-AF65-F5344CB8AC3E}">
        <p14:creationId xmlns:p14="http://schemas.microsoft.com/office/powerpoint/2010/main" val="376037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7679-D8FE-91B0-23EA-82967306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2646C-1806-2AD6-FFCE-DC2CC68DDCB9}"/>
              </a:ext>
            </a:extLst>
          </p:cNvPr>
          <p:cNvSpPr/>
          <p:nvPr/>
        </p:nvSpPr>
        <p:spPr>
          <a:xfrm>
            <a:off x="824953" y="1086926"/>
            <a:ext cx="6318504" cy="1487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Query (with optional context)</a:t>
            </a:r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3000" dirty="0">
                <a:solidFill>
                  <a:schemeClr val="tx1"/>
                </a:solidFill>
              </a:rPr>
              <a:t>(User provided)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D8569-1D57-CF44-2E0E-A4F374D3FF09}"/>
              </a:ext>
            </a:extLst>
          </p:cNvPr>
          <p:cNvSpPr/>
          <p:nvPr/>
        </p:nvSpPr>
        <p:spPr>
          <a:xfrm>
            <a:off x="826677" y="4001453"/>
            <a:ext cx="6315056" cy="1487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Structured Outline</a:t>
            </a:r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3000" dirty="0">
                <a:solidFill>
                  <a:schemeClr val="tx1"/>
                </a:solidFill>
              </a:rPr>
              <a:t>(Generated by AI Or User Provided)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847C8CD-B2E4-1F81-0C94-4AF411CD804C}"/>
              </a:ext>
            </a:extLst>
          </p:cNvPr>
          <p:cNvSpPr/>
          <p:nvPr/>
        </p:nvSpPr>
        <p:spPr>
          <a:xfrm>
            <a:off x="7437496" y="14001900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F5F537-C241-355B-ABD2-D23AC1B27F5C}"/>
              </a:ext>
            </a:extLst>
          </p:cNvPr>
          <p:cNvSpPr txBox="1"/>
          <p:nvPr/>
        </p:nvSpPr>
        <p:spPr>
          <a:xfrm>
            <a:off x="14188086" y="572893"/>
            <a:ext cx="9352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/>
              <a:t>Content Generation Architectures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F58ACA-9A5B-2199-8CBD-54DD5B58A33B}"/>
              </a:ext>
            </a:extLst>
          </p:cNvPr>
          <p:cNvSpPr/>
          <p:nvPr/>
        </p:nvSpPr>
        <p:spPr>
          <a:xfrm>
            <a:off x="8418987" y="441044"/>
            <a:ext cx="20408006" cy="155843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9544A1-18B6-5B03-5E90-6D3968BBCFAB}"/>
              </a:ext>
            </a:extLst>
          </p:cNvPr>
          <p:cNvSpPr/>
          <p:nvPr/>
        </p:nvSpPr>
        <p:spPr>
          <a:xfrm>
            <a:off x="20463588" y="1662930"/>
            <a:ext cx="8107664" cy="14065264"/>
          </a:xfrm>
          <a:prstGeom prst="rect">
            <a:avLst/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solidFill>
              <a:schemeClr val="accent2">
                <a:lumMod val="20000"/>
                <a:lumOff val="80000"/>
                <a:alpha val="50196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541603-6F86-411F-BFE1-6852BAECA9D9}"/>
              </a:ext>
            </a:extLst>
          </p:cNvPr>
          <p:cNvSpPr/>
          <p:nvPr/>
        </p:nvSpPr>
        <p:spPr>
          <a:xfrm>
            <a:off x="16280722" y="1662929"/>
            <a:ext cx="3836028" cy="14065265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4100AB-8080-6603-0A1F-459CD69E7378}"/>
              </a:ext>
            </a:extLst>
          </p:cNvPr>
          <p:cNvSpPr/>
          <p:nvPr/>
        </p:nvSpPr>
        <p:spPr>
          <a:xfrm>
            <a:off x="12120158" y="1662930"/>
            <a:ext cx="3836028" cy="14065266"/>
          </a:xfrm>
          <a:prstGeom prst="rect">
            <a:avLst/>
          </a:prstGeom>
          <a:solidFill>
            <a:schemeClr val="accent4">
              <a:lumMod val="20000"/>
              <a:lumOff val="80000"/>
              <a:alpha val="50196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85DB9-D27E-5061-A82E-4FD91D1FC163}"/>
              </a:ext>
            </a:extLst>
          </p:cNvPr>
          <p:cNvSpPr/>
          <p:nvPr/>
        </p:nvSpPr>
        <p:spPr>
          <a:xfrm>
            <a:off x="8638531" y="1662930"/>
            <a:ext cx="3193903" cy="14065266"/>
          </a:xfrm>
          <a:prstGeom prst="rect">
            <a:avLst/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 dirty="0">
              <a:solidFill>
                <a:schemeClr val="tx1"/>
              </a:solidFill>
            </a:endParaRP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6592C9E0-F76D-FD10-5997-84B431BE108C}"/>
              </a:ext>
            </a:extLst>
          </p:cNvPr>
          <p:cNvSpPr/>
          <p:nvPr/>
        </p:nvSpPr>
        <p:spPr>
          <a:xfrm rot="5400000">
            <a:off x="3573802" y="2885781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3ADD68-ABF0-EA95-99A9-39686F102038}"/>
              </a:ext>
            </a:extLst>
          </p:cNvPr>
          <p:cNvSpPr txBox="1"/>
          <p:nvPr/>
        </p:nvSpPr>
        <p:spPr>
          <a:xfrm>
            <a:off x="8638530" y="1818519"/>
            <a:ext cx="3193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Basic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3EF21-282C-E9C6-870E-2EC3340A0F3C}"/>
              </a:ext>
            </a:extLst>
          </p:cNvPr>
          <p:cNvSpPr txBox="1"/>
          <p:nvPr/>
        </p:nvSpPr>
        <p:spPr>
          <a:xfrm>
            <a:off x="8638531" y="2861035"/>
            <a:ext cx="31939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Provides content from training 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EFB5FE-4BB8-DBC1-5F65-A5B3607B95F8}"/>
              </a:ext>
            </a:extLst>
          </p:cNvPr>
          <p:cNvSpPr txBox="1"/>
          <p:nvPr/>
        </p:nvSpPr>
        <p:spPr>
          <a:xfrm>
            <a:off x="12120159" y="1818519"/>
            <a:ext cx="3836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RAG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E2D1F2-D7EB-6A4C-F1EA-9513EF041E37}"/>
              </a:ext>
            </a:extLst>
          </p:cNvPr>
          <p:cNvSpPr txBox="1"/>
          <p:nvPr/>
        </p:nvSpPr>
        <p:spPr>
          <a:xfrm>
            <a:off x="12120158" y="2850566"/>
            <a:ext cx="3836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Provides content from uploaded documents.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CCB20-C58D-7D69-F0CE-0E932CD96771}"/>
              </a:ext>
            </a:extLst>
          </p:cNvPr>
          <p:cNvSpPr txBox="1"/>
          <p:nvPr/>
        </p:nvSpPr>
        <p:spPr>
          <a:xfrm>
            <a:off x="16280723" y="1818519"/>
            <a:ext cx="3836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Literature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049BEC-CC63-F73F-7B8C-34AC6C33CE2E}"/>
              </a:ext>
            </a:extLst>
          </p:cNvPr>
          <p:cNvSpPr txBox="1"/>
          <p:nvPr/>
        </p:nvSpPr>
        <p:spPr>
          <a:xfrm>
            <a:off x="16280722" y="2832216"/>
            <a:ext cx="3836028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Provides content from literature search (</a:t>
            </a:r>
            <a:r>
              <a:rPr lang="en-US" sz="2800" dirty="0" err="1"/>
              <a:t>pubmed</a:t>
            </a:r>
            <a:r>
              <a:rPr lang="en-US" sz="2800" dirty="0"/>
              <a:t>).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0EF62A-A10A-AE42-1D8E-1CCE0F9626F3}"/>
              </a:ext>
            </a:extLst>
          </p:cNvPr>
          <p:cNvSpPr txBox="1"/>
          <p:nvPr/>
        </p:nvSpPr>
        <p:spPr>
          <a:xfrm>
            <a:off x="20588399" y="1818519"/>
            <a:ext cx="7521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RAG + Literature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9691BD-94A1-01AC-D2A4-C9694F19BF8B}"/>
              </a:ext>
            </a:extLst>
          </p:cNvPr>
          <p:cNvSpPr txBox="1"/>
          <p:nvPr/>
        </p:nvSpPr>
        <p:spPr>
          <a:xfrm>
            <a:off x="20609203" y="2848422"/>
            <a:ext cx="74419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Provides content from literature search (</a:t>
            </a:r>
            <a:r>
              <a:rPr lang="en-US" sz="2800" dirty="0" err="1"/>
              <a:t>pubmed</a:t>
            </a:r>
            <a:r>
              <a:rPr lang="en-US" sz="2800" dirty="0"/>
              <a:t>) and uploaded documents.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211F82-A1B3-A426-21D3-73C18741CBFF}"/>
              </a:ext>
            </a:extLst>
          </p:cNvPr>
          <p:cNvSpPr/>
          <p:nvPr/>
        </p:nvSpPr>
        <p:spPr>
          <a:xfrm>
            <a:off x="824953" y="6915980"/>
            <a:ext cx="6318504" cy="1951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Outline Processing</a:t>
            </a:r>
            <a:endParaRPr lang="en-US" sz="3000" dirty="0">
              <a:solidFill>
                <a:schemeClr val="tx1"/>
              </a:solidFill>
            </a:endParaRPr>
          </a:p>
          <a:p>
            <a:pPr algn="ctr"/>
            <a:r>
              <a:rPr lang="en-US" sz="3000" dirty="0">
                <a:solidFill>
                  <a:schemeClr val="tx1"/>
                </a:solidFill>
              </a:rPr>
              <a:t>(Breaks down outline to create a hierarchical structure of section headers)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80DC28-88B3-2E82-C633-928119E3BDFE}"/>
              </a:ext>
            </a:extLst>
          </p:cNvPr>
          <p:cNvSpPr/>
          <p:nvPr/>
        </p:nvSpPr>
        <p:spPr>
          <a:xfrm>
            <a:off x="826677" y="10295387"/>
            <a:ext cx="6315056" cy="1951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Detects next content tag</a:t>
            </a:r>
          </a:p>
          <a:p>
            <a:pPr algn="ctr"/>
            <a:r>
              <a:rPr lang="en-US" sz="3000" dirty="0">
                <a:solidFill>
                  <a:schemeClr val="tx1"/>
                </a:solidFill>
              </a:rPr>
              <a:t>(The place where AI would write the content)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A050DE-4288-2C27-BA02-B4F2A10A9FF7}"/>
              </a:ext>
            </a:extLst>
          </p:cNvPr>
          <p:cNvSpPr/>
          <p:nvPr/>
        </p:nvSpPr>
        <p:spPr>
          <a:xfrm>
            <a:off x="826677" y="13674790"/>
            <a:ext cx="6315056" cy="1487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Gathers content section header and previous content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2042058F-DB0D-F1F1-3A05-904600F97ACC}"/>
              </a:ext>
            </a:extLst>
          </p:cNvPr>
          <p:cNvSpPr/>
          <p:nvPr/>
        </p:nvSpPr>
        <p:spPr>
          <a:xfrm rot="5400000">
            <a:off x="3573802" y="5800308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5F8BF6B2-593C-AFED-AA87-CF44279E7157}"/>
              </a:ext>
            </a:extLst>
          </p:cNvPr>
          <p:cNvSpPr/>
          <p:nvPr/>
        </p:nvSpPr>
        <p:spPr>
          <a:xfrm rot="5400000">
            <a:off x="3573802" y="9179715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9135983D-7EAD-E95F-BC9C-3B89E7C993A3}"/>
              </a:ext>
            </a:extLst>
          </p:cNvPr>
          <p:cNvSpPr/>
          <p:nvPr/>
        </p:nvSpPr>
        <p:spPr>
          <a:xfrm rot="5400000">
            <a:off x="3573802" y="12559121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F35AAE06-E410-EBA4-844D-15FE2D7131A8}"/>
              </a:ext>
            </a:extLst>
          </p:cNvPr>
          <p:cNvSpPr/>
          <p:nvPr/>
        </p:nvSpPr>
        <p:spPr>
          <a:xfrm rot="10800000">
            <a:off x="7412096" y="10852300"/>
            <a:ext cx="820807" cy="8038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68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62F166-2585-63AE-D1B0-5355A2584063}"/>
              </a:ext>
            </a:extLst>
          </p:cNvPr>
          <p:cNvSpPr/>
          <p:nvPr/>
        </p:nvSpPr>
        <p:spPr>
          <a:xfrm>
            <a:off x="689548" y="284812"/>
            <a:ext cx="28286439" cy="159045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B587D6-A772-F8D4-411E-0E6A3D7DE513}"/>
              </a:ext>
            </a:extLst>
          </p:cNvPr>
          <p:cNvSpPr/>
          <p:nvPr/>
        </p:nvSpPr>
        <p:spPr>
          <a:xfrm>
            <a:off x="9295834" y="4642028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160C16-C1B2-F029-10DD-B055FD2FB839}"/>
              </a:ext>
            </a:extLst>
          </p:cNvPr>
          <p:cNvSpPr/>
          <p:nvPr/>
        </p:nvSpPr>
        <p:spPr>
          <a:xfrm>
            <a:off x="8790673" y="5796254"/>
            <a:ext cx="1862338" cy="149047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Previous Content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BDF351-2598-5557-EBA6-9CF291FB16B5}"/>
              </a:ext>
            </a:extLst>
          </p:cNvPr>
          <p:cNvSpPr/>
          <p:nvPr/>
        </p:nvSpPr>
        <p:spPr>
          <a:xfrm>
            <a:off x="8749337" y="7727190"/>
            <a:ext cx="2960960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Generate Content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9C30F9-2560-BFDF-C6A7-72C42BC87726}"/>
              </a:ext>
            </a:extLst>
          </p:cNvPr>
          <p:cNvSpPr/>
          <p:nvPr/>
        </p:nvSpPr>
        <p:spPr>
          <a:xfrm>
            <a:off x="8760119" y="8881416"/>
            <a:ext cx="1862338" cy="148832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Generated Content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F7BD88-6FF6-E8E4-3188-A4C1A4CFC7C5}"/>
              </a:ext>
            </a:extLst>
          </p:cNvPr>
          <p:cNvSpPr/>
          <p:nvPr/>
        </p:nvSpPr>
        <p:spPr>
          <a:xfrm>
            <a:off x="9295834" y="10832742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6D45E8D-F0DD-4C0F-8D4E-D97E7D933A98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9721842" y="5410930"/>
            <a:ext cx="10472" cy="38532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C76C4A6A-3663-9357-8D20-05999C274A9B}"/>
              </a:ext>
            </a:extLst>
          </p:cNvPr>
          <p:cNvCxnSpPr>
            <a:cxnSpLocks/>
          </p:cNvCxnSpPr>
          <p:nvPr/>
        </p:nvCxnSpPr>
        <p:spPr>
          <a:xfrm>
            <a:off x="10794493" y="5355790"/>
            <a:ext cx="0" cy="2371400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AD87EF51-47A0-F1F4-82B9-6AE63ACA0BC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691288" y="8438617"/>
            <a:ext cx="0" cy="442799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71194E2A-AB17-D49B-5E19-4ADE2F803724}"/>
              </a:ext>
            </a:extLst>
          </p:cNvPr>
          <p:cNvCxnSpPr>
            <a:cxnSpLocks/>
          </p:cNvCxnSpPr>
          <p:nvPr/>
        </p:nvCxnSpPr>
        <p:spPr>
          <a:xfrm>
            <a:off x="10816683" y="8438617"/>
            <a:ext cx="0" cy="239412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3EDE6EB1-1036-AD76-CAD0-47638C28244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721842" y="7286726"/>
            <a:ext cx="0" cy="43831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1F709AE1-3085-CB41-AA4B-3462CEE33D9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691288" y="10369738"/>
            <a:ext cx="0" cy="46300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535AAE7-5161-BF93-1ABE-EA6665F6A3CC}"/>
              </a:ext>
            </a:extLst>
          </p:cNvPr>
          <p:cNvSpPr/>
          <p:nvPr/>
        </p:nvSpPr>
        <p:spPr>
          <a:xfrm>
            <a:off x="13172740" y="4660616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BF514009-E522-9E72-D898-E5AD3C3A50D1}"/>
              </a:ext>
            </a:extLst>
          </p:cNvPr>
          <p:cNvSpPr/>
          <p:nvPr/>
        </p:nvSpPr>
        <p:spPr>
          <a:xfrm>
            <a:off x="12667579" y="5841835"/>
            <a:ext cx="1862338" cy="149047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Previous Content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2EB983B2-A393-4DC6-14D8-7971BBF643CB}"/>
              </a:ext>
            </a:extLst>
          </p:cNvPr>
          <p:cNvSpPr/>
          <p:nvPr/>
        </p:nvSpPr>
        <p:spPr>
          <a:xfrm>
            <a:off x="12549991" y="10390619"/>
            <a:ext cx="2960960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Generate Content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6E4A0037-3985-B90B-E02D-1F1A0E1F4B5C}"/>
              </a:ext>
            </a:extLst>
          </p:cNvPr>
          <p:cNvSpPr/>
          <p:nvPr/>
        </p:nvSpPr>
        <p:spPr>
          <a:xfrm>
            <a:off x="12637025" y="11571838"/>
            <a:ext cx="1862338" cy="148832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Generated Content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02A43AD-1DDF-AA42-90F8-9A02C077D2FA}"/>
              </a:ext>
            </a:extLst>
          </p:cNvPr>
          <p:cNvSpPr/>
          <p:nvPr/>
        </p:nvSpPr>
        <p:spPr>
          <a:xfrm>
            <a:off x="13172740" y="13527615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99" name="Elbow Connector 11">
            <a:extLst>
              <a:ext uri="{FF2B5EF4-FFF2-40B4-BE49-F238E27FC236}">
                <a16:creationId xmlns:a16="http://schemas.microsoft.com/office/drawing/2014/main" id="{02605D7A-3BA3-6282-606A-8353A80C44CE}"/>
              </a:ext>
            </a:extLst>
          </p:cNvPr>
          <p:cNvCxnSpPr>
            <a:cxnSpLocks/>
            <a:endCxn id="95" idx="0"/>
          </p:cNvCxnSpPr>
          <p:nvPr/>
        </p:nvCxnSpPr>
        <p:spPr>
          <a:xfrm flipH="1">
            <a:off x="13598748" y="5429518"/>
            <a:ext cx="10472" cy="41231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Elbow Connector 67">
            <a:extLst>
              <a:ext uri="{FF2B5EF4-FFF2-40B4-BE49-F238E27FC236}">
                <a16:creationId xmlns:a16="http://schemas.microsoft.com/office/drawing/2014/main" id="{142D14A3-2382-5D19-0720-6C83A132FB90}"/>
              </a:ext>
            </a:extLst>
          </p:cNvPr>
          <p:cNvCxnSpPr>
            <a:cxnSpLocks/>
          </p:cNvCxnSpPr>
          <p:nvPr/>
        </p:nvCxnSpPr>
        <p:spPr>
          <a:xfrm>
            <a:off x="14671399" y="5374378"/>
            <a:ext cx="0" cy="242323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Elbow Connector 70">
            <a:extLst>
              <a:ext uri="{FF2B5EF4-FFF2-40B4-BE49-F238E27FC236}">
                <a16:creationId xmlns:a16="http://schemas.microsoft.com/office/drawing/2014/main" id="{FA430702-D527-F278-A5B1-AE0276F66B14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13568194" y="11133490"/>
            <a:ext cx="0" cy="438348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Elbow Connector 71">
            <a:extLst>
              <a:ext uri="{FF2B5EF4-FFF2-40B4-BE49-F238E27FC236}">
                <a16:creationId xmlns:a16="http://schemas.microsoft.com/office/drawing/2014/main" id="{7579687C-76A5-E901-F959-5F4099FFC5FC}"/>
              </a:ext>
            </a:extLst>
          </p:cNvPr>
          <p:cNvCxnSpPr>
            <a:cxnSpLocks/>
          </p:cNvCxnSpPr>
          <p:nvPr/>
        </p:nvCxnSpPr>
        <p:spPr>
          <a:xfrm>
            <a:off x="14693589" y="11133490"/>
            <a:ext cx="0" cy="239412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Elbow Connector 72">
            <a:extLst>
              <a:ext uri="{FF2B5EF4-FFF2-40B4-BE49-F238E27FC236}">
                <a16:creationId xmlns:a16="http://schemas.microsoft.com/office/drawing/2014/main" id="{1EE64258-6F8C-253F-D568-9EDE4AAFBD0F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13598748" y="7332307"/>
            <a:ext cx="10472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Elbow Connector 73">
            <a:extLst>
              <a:ext uri="{FF2B5EF4-FFF2-40B4-BE49-F238E27FC236}">
                <a16:creationId xmlns:a16="http://schemas.microsoft.com/office/drawing/2014/main" id="{0974826F-B771-EA61-100B-06A5BF88F276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13568194" y="13060160"/>
            <a:ext cx="0" cy="46745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B79346E6-1181-BA48-5803-1D0E172354E3}"/>
              </a:ext>
            </a:extLst>
          </p:cNvPr>
          <p:cNvSpPr/>
          <p:nvPr/>
        </p:nvSpPr>
        <p:spPr>
          <a:xfrm>
            <a:off x="12295474" y="7799764"/>
            <a:ext cx="3469995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Analyze Content Header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6E3D166-DBC5-6B81-AF15-7DBEAE30F5CE}"/>
              </a:ext>
            </a:extLst>
          </p:cNvPr>
          <p:cNvSpPr/>
          <p:nvPr/>
        </p:nvSpPr>
        <p:spPr>
          <a:xfrm>
            <a:off x="12549991" y="8980983"/>
            <a:ext cx="2960960" cy="94217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Gather Context from Documents</a:t>
            </a:r>
          </a:p>
        </p:txBody>
      </p:sp>
      <p:cxnSp>
        <p:nvCxnSpPr>
          <p:cNvPr id="109" name="Elbow Connector 72">
            <a:extLst>
              <a:ext uri="{FF2B5EF4-FFF2-40B4-BE49-F238E27FC236}">
                <a16:creationId xmlns:a16="http://schemas.microsoft.com/office/drawing/2014/main" id="{CA1E1F10-BC39-2712-CBD8-3842F3C77E12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 flipH="1">
            <a:off x="14030471" y="8513526"/>
            <a:ext cx="1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Elbow Connector 72">
            <a:extLst>
              <a:ext uri="{FF2B5EF4-FFF2-40B4-BE49-F238E27FC236}">
                <a16:creationId xmlns:a16="http://schemas.microsoft.com/office/drawing/2014/main" id="{46B4C744-77F2-4A80-281A-2CE132AE4040}"/>
              </a:ext>
            </a:extLst>
          </p:cNvPr>
          <p:cNvCxnSpPr>
            <a:cxnSpLocks/>
            <a:stCxn id="106" idx="2"/>
            <a:endCxn id="96" idx="0"/>
          </p:cNvCxnSpPr>
          <p:nvPr/>
        </p:nvCxnSpPr>
        <p:spPr>
          <a:xfrm>
            <a:off x="14030471" y="9923162"/>
            <a:ext cx="0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F8A622A8-F3D7-F991-137F-DCEA6C051FB4}"/>
              </a:ext>
            </a:extLst>
          </p:cNvPr>
          <p:cNvSpPr/>
          <p:nvPr/>
        </p:nvSpPr>
        <p:spPr>
          <a:xfrm>
            <a:off x="17294973" y="4679204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E74FD21E-9D29-D1FF-3B82-87DD41DAE429}"/>
              </a:ext>
            </a:extLst>
          </p:cNvPr>
          <p:cNvSpPr/>
          <p:nvPr/>
        </p:nvSpPr>
        <p:spPr>
          <a:xfrm>
            <a:off x="16789812" y="5860423"/>
            <a:ext cx="1862338" cy="149047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Previous Content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65E5BF8F-45A7-5D9D-1282-26CA50A6B68C}"/>
              </a:ext>
            </a:extLst>
          </p:cNvPr>
          <p:cNvSpPr/>
          <p:nvPr/>
        </p:nvSpPr>
        <p:spPr>
          <a:xfrm>
            <a:off x="16715464" y="11524323"/>
            <a:ext cx="2960960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Generate Content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4FC5375E-21BE-8B79-8871-4E1D89F1B53C}"/>
              </a:ext>
            </a:extLst>
          </p:cNvPr>
          <p:cNvSpPr/>
          <p:nvPr/>
        </p:nvSpPr>
        <p:spPr>
          <a:xfrm>
            <a:off x="16759258" y="12705542"/>
            <a:ext cx="1862338" cy="148832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Generated Content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B9FB77FC-14CE-C402-57A8-4E386A5FFB8B}"/>
              </a:ext>
            </a:extLst>
          </p:cNvPr>
          <p:cNvSpPr/>
          <p:nvPr/>
        </p:nvSpPr>
        <p:spPr>
          <a:xfrm>
            <a:off x="17294973" y="14661319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21" name="Elbow Connector 11">
            <a:extLst>
              <a:ext uri="{FF2B5EF4-FFF2-40B4-BE49-F238E27FC236}">
                <a16:creationId xmlns:a16="http://schemas.microsoft.com/office/drawing/2014/main" id="{83138750-37B2-19C8-4302-DB387491CB60}"/>
              </a:ext>
            </a:extLst>
          </p:cNvPr>
          <p:cNvCxnSpPr>
            <a:cxnSpLocks/>
            <a:endCxn id="117" idx="0"/>
          </p:cNvCxnSpPr>
          <p:nvPr/>
        </p:nvCxnSpPr>
        <p:spPr>
          <a:xfrm flipH="1">
            <a:off x="17720981" y="5448106"/>
            <a:ext cx="10472" cy="41231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Elbow Connector 67">
            <a:extLst>
              <a:ext uri="{FF2B5EF4-FFF2-40B4-BE49-F238E27FC236}">
                <a16:creationId xmlns:a16="http://schemas.microsoft.com/office/drawing/2014/main" id="{4C15DA1F-8AD9-4999-8F7F-2D858E474AA0}"/>
              </a:ext>
            </a:extLst>
          </p:cNvPr>
          <p:cNvCxnSpPr>
            <a:cxnSpLocks/>
          </p:cNvCxnSpPr>
          <p:nvPr/>
        </p:nvCxnSpPr>
        <p:spPr>
          <a:xfrm>
            <a:off x="18793631" y="5392966"/>
            <a:ext cx="0" cy="242323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70">
            <a:extLst>
              <a:ext uri="{FF2B5EF4-FFF2-40B4-BE49-F238E27FC236}">
                <a16:creationId xmlns:a16="http://schemas.microsoft.com/office/drawing/2014/main" id="{4033908A-5A67-DFAE-0F23-B34CAF1233CA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17690427" y="12267194"/>
            <a:ext cx="0" cy="438348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Elbow Connector 71">
            <a:extLst>
              <a:ext uri="{FF2B5EF4-FFF2-40B4-BE49-F238E27FC236}">
                <a16:creationId xmlns:a16="http://schemas.microsoft.com/office/drawing/2014/main" id="{769D44AE-7032-2115-A295-6207F3D4D008}"/>
              </a:ext>
            </a:extLst>
          </p:cNvPr>
          <p:cNvCxnSpPr>
            <a:cxnSpLocks/>
          </p:cNvCxnSpPr>
          <p:nvPr/>
        </p:nvCxnSpPr>
        <p:spPr>
          <a:xfrm>
            <a:off x="18815822" y="12267194"/>
            <a:ext cx="0" cy="239412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Elbow Connector 72">
            <a:extLst>
              <a:ext uri="{FF2B5EF4-FFF2-40B4-BE49-F238E27FC236}">
                <a16:creationId xmlns:a16="http://schemas.microsoft.com/office/drawing/2014/main" id="{2A7EC457-5C54-926A-72F2-864403DDC361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17720981" y="7350895"/>
            <a:ext cx="10472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73">
            <a:extLst>
              <a:ext uri="{FF2B5EF4-FFF2-40B4-BE49-F238E27FC236}">
                <a16:creationId xmlns:a16="http://schemas.microsoft.com/office/drawing/2014/main" id="{AA8EC410-F885-C830-EC67-6DD067CBBA58}"/>
              </a:ext>
            </a:extLst>
          </p:cNvPr>
          <p:cNvCxnSpPr>
            <a:cxnSpLocks/>
            <a:stCxn id="119" idx="2"/>
          </p:cNvCxnSpPr>
          <p:nvPr/>
        </p:nvCxnSpPr>
        <p:spPr>
          <a:xfrm>
            <a:off x="17690427" y="14193864"/>
            <a:ext cx="0" cy="46745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12FFD788-B7B7-6778-756C-3563144EC039}"/>
              </a:ext>
            </a:extLst>
          </p:cNvPr>
          <p:cNvSpPr/>
          <p:nvPr/>
        </p:nvSpPr>
        <p:spPr>
          <a:xfrm>
            <a:off x="16460947" y="7818352"/>
            <a:ext cx="3469995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Analyze Content Header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B9DE9D4B-C17B-F007-17B2-9AEDD580D675}"/>
              </a:ext>
            </a:extLst>
          </p:cNvPr>
          <p:cNvSpPr/>
          <p:nvPr/>
        </p:nvSpPr>
        <p:spPr>
          <a:xfrm>
            <a:off x="16715464" y="10114687"/>
            <a:ext cx="2960960" cy="94217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Gather Context from Literature</a:t>
            </a:r>
          </a:p>
        </p:txBody>
      </p:sp>
      <p:cxnSp>
        <p:nvCxnSpPr>
          <p:cNvPr id="129" name="Elbow Connector 72">
            <a:extLst>
              <a:ext uri="{FF2B5EF4-FFF2-40B4-BE49-F238E27FC236}">
                <a16:creationId xmlns:a16="http://schemas.microsoft.com/office/drawing/2014/main" id="{2EE09999-84E6-F890-51A1-722CD1859C62}"/>
              </a:ext>
            </a:extLst>
          </p:cNvPr>
          <p:cNvCxnSpPr>
            <a:cxnSpLocks/>
            <a:stCxn id="127" idx="2"/>
            <a:endCxn id="131" idx="0"/>
          </p:cNvCxnSpPr>
          <p:nvPr/>
        </p:nvCxnSpPr>
        <p:spPr>
          <a:xfrm>
            <a:off x="18195945" y="8532114"/>
            <a:ext cx="0" cy="423309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Elbow Connector 72">
            <a:extLst>
              <a:ext uri="{FF2B5EF4-FFF2-40B4-BE49-F238E27FC236}">
                <a16:creationId xmlns:a16="http://schemas.microsoft.com/office/drawing/2014/main" id="{45834613-DEB9-2BEA-5032-32AE53773490}"/>
              </a:ext>
            </a:extLst>
          </p:cNvPr>
          <p:cNvCxnSpPr>
            <a:cxnSpLocks/>
            <a:stCxn id="128" idx="2"/>
            <a:endCxn id="118" idx="0"/>
          </p:cNvCxnSpPr>
          <p:nvPr/>
        </p:nvCxnSpPr>
        <p:spPr>
          <a:xfrm>
            <a:off x="18195944" y="11056866"/>
            <a:ext cx="0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ABDD15C3-1807-A17B-2859-76DD15D33902}"/>
              </a:ext>
            </a:extLst>
          </p:cNvPr>
          <p:cNvSpPr/>
          <p:nvPr/>
        </p:nvSpPr>
        <p:spPr>
          <a:xfrm>
            <a:off x="16460947" y="8955423"/>
            <a:ext cx="3469995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Add Literature</a:t>
            </a:r>
          </a:p>
        </p:txBody>
      </p:sp>
      <p:cxnSp>
        <p:nvCxnSpPr>
          <p:cNvPr id="133" name="Elbow Connector 72">
            <a:extLst>
              <a:ext uri="{FF2B5EF4-FFF2-40B4-BE49-F238E27FC236}">
                <a16:creationId xmlns:a16="http://schemas.microsoft.com/office/drawing/2014/main" id="{45511834-2B5D-677C-CB8C-7C835DFF287F}"/>
              </a:ext>
            </a:extLst>
          </p:cNvPr>
          <p:cNvCxnSpPr>
            <a:cxnSpLocks/>
            <a:stCxn id="131" idx="2"/>
            <a:endCxn id="128" idx="0"/>
          </p:cNvCxnSpPr>
          <p:nvPr/>
        </p:nvCxnSpPr>
        <p:spPr>
          <a:xfrm flipH="1">
            <a:off x="18195944" y="9669185"/>
            <a:ext cx="1" cy="445502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968E15A1-F865-8CE1-A2C3-215C3D2ACB95}"/>
              </a:ext>
            </a:extLst>
          </p:cNvPr>
          <p:cNvSpPr/>
          <p:nvPr/>
        </p:nvSpPr>
        <p:spPr>
          <a:xfrm>
            <a:off x="23513628" y="4675487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45DF87B4-4E04-149A-57C9-9BE3280BEA02}"/>
              </a:ext>
            </a:extLst>
          </p:cNvPr>
          <p:cNvSpPr/>
          <p:nvPr/>
        </p:nvSpPr>
        <p:spPr>
          <a:xfrm>
            <a:off x="23008467" y="5856706"/>
            <a:ext cx="1862338" cy="149047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Previous Content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141D978E-3B3E-7CC2-B9A2-F5B63D2236DB}"/>
              </a:ext>
            </a:extLst>
          </p:cNvPr>
          <p:cNvSpPr/>
          <p:nvPr/>
        </p:nvSpPr>
        <p:spPr>
          <a:xfrm>
            <a:off x="22934119" y="11520606"/>
            <a:ext cx="2960960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Generate Content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FC145C31-4F1A-DC99-426C-BF154F977581}"/>
              </a:ext>
            </a:extLst>
          </p:cNvPr>
          <p:cNvSpPr/>
          <p:nvPr/>
        </p:nvSpPr>
        <p:spPr>
          <a:xfrm>
            <a:off x="22977913" y="12701825"/>
            <a:ext cx="1862338" cy="148832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Summarize Generated Content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9ED77F68-DE2A-163E-301B-4AD2C5E49E1B}"/>
              </a:ext>
            </a:extLst>
          </p:cNvPr>
          <p:cNvSpPr/>
          <p:nvPr/>
        </p:nvSpPr>
        <p:spPr>
          <a:xfrm>
            <a:off x="23513628" y="14657602"/>
            <a:ext cx="1862338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41" name="Elbow Connector 11">
            <a:extLst>
              <a:ext uri="{FF2B5EF4-FFF2-40B4-BE49-F238E27FC236}">
                <a16:creationId xmlns:a16="http://schemas.microsoft.com/office/drawing/2014/main" id="{6451C82B-41D6-DE3D-F9C8-2BF8960EC43D}"/>
              </a:ext>
            </a:extLst>
          </p:cNvPr>
          <p:cNvCxnSpPr>
            <a:cxnSpLocks/>
            <a:endCxn id="137" idx="0"/>
          </p:cNvCxnSpPr>
          <p:nvPr/>
        </p:nvCxnSpPr>
        <p:spPr>
          <a:xfrm flipH="1">
            <a:off x="23939636" y="5444389"/>
            <a:ext cx="10472" cy="41231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Elbow Connector 67">
            <a:extLst>
              <a:ext uri="{FF2B5EF4-FFF2-40B4-BE49-F238E27FC236}">
                <a16:creationId xmlns:a16="http://schemas.microsoft.com/office/drawing/2014/main" id="{F42FFD48-4FA0-D703-7B44-162408E955A0}"/>
              </a:ext>
            </a:extLst>
          </p:cNvPr>
          <p:cNvCxnSpPr>
            <a:cxnSpLocks/>
          </p:cNvCxnSpPr>
          <p:nvPr/>
        </p:nvCxnSpPr>
        <p:spPr>
          <a:xfrm>
            <a:off x="25012287" y="5389249"/>
            <a:ext cx="0" cy="2423234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70">
            <a:extLst>
              <a:ext uri="{FF2B5EF4-FFF2-40B4-BE49-F238E27FC236}">
                <a16:creationId xmlns:a16="http://schemas.microsoft.com/office/drawing/2014/main" id="{1A91EDDE-4A99-578F-9608-D939BE14D54F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23909082" y="12263477"/>
            <a:ext cx="0" cy="438348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Elbow Connector 71">
            <a:extLst>
              <a:ext uri="{FF2B5EF4-FFF2-40B4-BE49-F238E27FC236}">
                <a16:creationId xmlns:a16="http://schemas.microsoft.com/office/drawing/2014/main" id="{799F3FD4-2A97-4691-2195-B6B84657968B}"/>
              </a:ext>
            </a:extLst>
          </p:cNvPr>
          <p:cNvCxnSpPr>
            <a:cxnSpLocks/>
          </p:cNvCxnSpPr>
          <p:nvPr/>
        </p:nvCxnSpPr>
        <p:spPr>
          <a:xfrm>
            <a:off x="25034477" y="12263477"/>
            <a:ext cx="0" cy="239412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Elbow Connector 72">
            <a:extLst>
              <a:ext uri="{FF2B5EF4-FFF2-40B4-BE49-F238E27FC236}">
                <a16:creationId xmlns:a16="http://schemas.microsoft.com/office/drawing/2014/main" id="{AD5AA0BB-80BF-AABB-8B59-3475351B7CF9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23939636" y="7347178"/>
            <a:ext cx="10472" cy="467457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Elbow Connector 73">
            <a:extLst>
              <a:ext uri="{FF2B5EF4-FFF2-40B4-BE49-F238E27FC236}">
                <a16:creationId xmlns:a16="http://schemas.microsoft.com/office/drawing/2014/main" id="{A0C14453-346B-715C-ED51-19FF6A7C7AEA}"/>
              </a:ext>
            </a:extLst>
          </p:cNvPr>
          <p:cNvCxnSpPr>
            <a:cxnSpLocks/>
            <a:stCxn id="139" idx="2"/>
          </p:cNvCxnSpPr>
          <p:nvPr/>
        </p:nvCxnSpPr>
        <p:spPr>
          <a:xfrm>
            <a:off x="23909082" y="14190147"/>
            <a:ext cx="0" cy="467455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93769D10-D74F-92CB-8A45-FEE9BD763552}"/>
              </a:ext>
            </a:extLst>
          </p:cNvPr>
          <p:cNvSpPr/>
          <p:nvPr/>
        </p:nvSpPr>
        <p:spPr>
          <a:xfrm>
            <a:off x="22724206" y="7814635"/>
            <a:ext cx="3469995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Analyze Content Header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1288E27D-D02F-3A27-1B39-17C2EE574745}"/>
              </a:ext>
            </a:extLst>
          </p:cNvPr>
          <p:cNvSpPr/>
          <p:nvPr/>
        </p:nvSpPr>
        <p:spPr>
          <a:xfrm>
            <a:off x="20793087" y="10200178"/>
            <a:ext cx="2960960" cy="94217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Gather Context from Literature</a:t>
            </a:r>
          </a:p>
        </p:txBody>
      </p:sp>
      <p:cxnSp>
        <p:nvCxnSpPr>
          <p:cNvPr id="149" name="Elbow Connector 72">
            <a:extLst>
              <a:ext uri="{FF2B5EF4-FFF2-40B4-BE49-F238E27FC236}">
                <a16:creationId xmlns:a16="http://schemas.microsoft.com/office/drawing/2014/main" id="{89CA9B41-FF4D-7D55-D071-3530267770FC}"/>
              </a:ext>
            </a:extLst>
          </p:cNvPr>
          <p:cNvCxnSpPr>
            <a:cxnSpLocks/>
            <a:stCxn id="147" idx="1"/>
            <a:endCxn id="151" idx="0"/>
          </p:cNvCxnSpPr>
          <p:nvPr/>
        </p:nvCxnSpPr>
        <p:spPr>
          <a:xfrm rot="10800000" flipV="1">
            <a:off x="22273566" y="8171516"/>
            <a:ext cx="450640" cy="914002"/>
          </a:xfrm>
          <a:prstGeom prst="bentConnector2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Elbow Connector 72">
            <a:extLst>
              <a:ext uri="{FF2B5EF4-FFF2-40B4-BE49-F238E27FC236}">
                <a16:creationId xmlns:a16="http://schemas.microsoft.com/office/drawing/2014/main" id="{EAE2EC3F-F0B7-A7A7-B26C-49CD4EA62C8C}"/>
              </a:ext>
            </a:extLst>
          </p:cNvPr>
          <p:cNvCxnSpPr>
            <a:cxnSpLocks/>
            <a:stCxn id="148" idx="2"/>
            <a:endCxn id="138" idx="1"/>
          </p:cNvCxnSpPr>
          <p:nvPr/>
        </p:nvCxnSpPr>
        <p:spPr>
          <a:xfrm rot="16200000" flipH="1">
            <a:off x="22236278" y="11179646"/>
            <a:ext cx="735130" cy="660552"/>
          </a:xfrm>
          <a:prstGeom prst="bentConnector2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A9845CE9-41AA-7FFE-6CF8-CA8B810F4672}"/>
              </a:ext>
            </a:extLst>
          </p:cNvPr>
          <p:cNvSpPr/>
          <p:nvPr/>
        </p:nvSpPr>
        <p:spPr>
          <a:xfrm>
            <a:off x="20538568" y="9085518"/>
            <a:ext cx="3469995" cy="71376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Add Literature</a:t>
            </a:r>
          </a:p>
        </p:txBody>
      </p:sp>
      <p:cxnSp>
        <p:nvCxnSpPr>
          <p:cNvPr id="152" name="Elbow Connector 72">
            <a:extLst>
              <a:ext uri="{FF2B5EF4-FFF2-40B4-BE49-F238E27FC236}">
                <a16:creationId xmlns:a16="http://schemas.microsoft.com/office/drawing/2014/main" id="{464D74EE-0D69-A6FD-936B-CE5668AE2D8F}"/>
              </a:ext>
            </a:extLst>
          </p:cNvPr>
          <p:cNvCxnSpPr>
            <a:cxnSpLocks/>
            <a:stCxn id="151" idx="2"/>
            <a:endCxn id="148" idx="0"/>
          </p:cNvCxnSpPr>
          <p:nvPr/>
        </p:nvCxnSpPr>
        <p:spPr>
          <a:xfrm>
            <a:off x="22273566" y="9799280"/>
            <a:ext cx="1" cy="400898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12463C29-A64E-EAC7-0EF8-872A493ED018}"/>
              </a:ext>
            </a:extLst>
          </p:cNvPr>
          <p:cNvSpPr/>
          <p:nvPr/>
        </p:nvSpPr>
        <p:spPr>
          <a:xfrm>
            <a:off x="24670102" y="10313535"/>
            <a:ext cx="3789640" cy="713763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Wait for the Other Branch</a:t>
            </a:r>
          </a:p>
        </p:txBody>
      </p:sp>
      <p:cxnSp>
        <p:nvCxnSpPr>
          <p:cNvPr id="156" name="Elbow Connector 72">
            <a:extLst>
              <a:ext uri="{FF2B5EF4-FFF2-40B4-BE49-F238E27FC236}">
                <a16:creationId xmlns:a16="http://schemas.microsoft.com/office/drawing/2014/main" id="{C4F8F8EA-ABCF-09EE-2FBF-3DF7896D36A3}"/>
              </a:ext>
            </a:extLst>
          </p:cNvPr>
          <p:cNvCxnSpPr>
            <a:cxnSpLocks/>
            <a:stCxn id="147" idx="3"/>
            <a:endCxn id="158" idx="0"/>
          </p:cNvCxnSpPr>
          <p:nvPr/>
        </p:nvCxnSpPr>
        <p:spPr>
          <a:xfrm>
            <a:off x="26194201" y="8171516"/>
            <a:ext cx="371673" cy="798778"/>
          </a:xfrm>
          <a:prstGeom prst="bentConnector2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72">
            <a:extLst>
              <a:ext uri="{FF2B5EF4-FFF2-40B4-BE49-F238E27FC236}">
                <a16:creationId xmlns:a16="http://schemas.microsoft.com/office/drawing/2014/main" id="{70D41B3D-3A05-1617-6A95-D7413EC62EB1}"/>
              </a:ext>
            </a:extLst>
          </p:cNvPr>
          <p:cNvCxnSpPr>
            <a:cxnSpLocks/>
            <a:stCxn id="155" idx="2"/>
            <a:endCxn id="138" idx="3"/>
          </p:cNvCxnSpPr>
          <p:nvPr/>
        </p:nvCxnSpPr>
        <p:spPr>
          <a:xfrm rot="5400000">
            <a:off x="25804907" y="11117471"/>
            <a:ext cx="850189" cy="669843"/>
          </a:xfrm>
          <a:prstGeom prst="bentConnector2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9794A96-55FA-AFC6-B7D4-B1C5A3C9797D}"/>
              </a:ext>
            </a:extLst>
          </p:cNvPr>
          <p:cNvSpPr/>
          <p:nvPr/>
        </p:nvSpPr>
        <p:spPr>
          <a:xfrm>
            <a:off x="25084546" y="8970294"/>
            <a:ext cx="2962656" cy="941832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Gather Context from Documents</a:t>
            </a:r>
          </a:p>
        </p:txBody>
      </p:sp>
      <p:cxnSp>
        <p:nvCxnSpPr>
          <p:cNvPr id="159" name="Elbow Connector 72">
            <a:extLst>
              <a:ext uri="{FF2B5EF4-FFF2-40B4-BE49-F238E27FC236}">
                <a16:creationId xmlns:a16="http://schemas.microsoft.com/office/drawing/2014/main" id="{4DD26CCB-B1DA-D5AD-62FE-5457F2E2752E}"/>
              </a:ext>
            </a:extLst>
          </p:cNvPr>
          <p:cNvCxnSpPr>
            <a:cxnSpLocks/>
            <a:stCxn id="158" idx="2"/>
            <a:endCxn id="155" idx="0"/>
          </p:cNvCxnSpPr>
          <p:nvPr/>
        </p:nvCxnSpPr>
        <p:spPr>
          <a:xfrm flipH="1">
            <a:off x="26564922" y="9912126"/>
            <a:ext cx="952" cy="401409"/>
          </a:xfrm>
          <a:prstGeom prst="straightConnector1">
            <a:avLst/>
          </a:prstGeom>
          <a:ln w="38100"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4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FB9DFE-1B12-7764-17C4-1D5D2B792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852"/>
            <a:ext cx="29260800" cy="1484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04332-B6F0-6F0B-0B0F-C249ECC4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43" y="1765128"/>
            <a:ext cx="12399733" cy="9809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A24887-3880-7A30-D14F-C203EF3F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375" y="1765128"/>
            <a:ext cx="12399733" cy="9809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4BC040-8A45-028A-6FFD-95406F80CB1F}"/>
              </a:ext>
            </a:extLst>
          </p:cNvPr>
          <p:cNvSpPr txBox="1"/>
          <p:nvPr/>
        </p:nvSpPr>
        <p:spPr>
          <a:xfrm>
            <a:off x="6425413" y="1103964"/>
            <a:ext cx="355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Concept Map (Full)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87BCA-6980-8351-E461-3BECBD4449DA}"/>
              </a:ext>
            </a:extLst>
          </p:cNvPr>
          <p:cNvSpPr txBox="1"/>
          <p:nvPr/>
        </p:nvSpPr>
        <p:spPr>
          <a:xfrm>
            <a:off x="17434861" y="1103964"/>
            <a:ext cx="6332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Concept Map (Partial and Zoomed)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8290A-CDE0-3790-AAEF-58B7633DABB9}"/>
              </a:ext>
            </a:extLst>
          </p:cNvPr>
          <p:cNvSpPr/>
          <p:nvPr/>
        </p:nvSpPr>
        <p:spPr>
          <a:xfrm>
            <a:off x="1828800" y="825190"/>
            <a:ext cx="25224059" cy="10950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5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0120676-C8A7-FAB4-49E2-64D8026AB824}"/>
              </a:ext>
            </a:extLst>
          </p:cNvPr>
          <p:cNvSpPr>
            <a:spLocks/>
          </p:cNvSpPr>
          <p:nvPr/>
        </p:nvSpPr>
        <p:spPr>
          <a:xfrm>
            <a:off x="6141857" y="2389238"/>
            <a:ext cx="14630400" cy="9483213"/>
          </a:xfrm>
          <a:prstGeom prst="ellipse">
            <a:avLst/>
          </a:prstGeom>
          <a:solidFill>
            <a:schemeClr val="accent2">
              <a:lumMod val="20000"/>
              <a:lumOff val="80000"/>
              <a:alpha val="490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63C0651A-5915-665E-EA3C-436AE7CD3275}"/>
              </a:ext>
            </a:extLst>
          </p:cNvPr>
          <p:cNvSpPr txBox="1"/>
          <p:nvPr/>
        </p:nvSpPr>
        <p:spPr>
          <a:xfrm>
            <a:off x="5610913" y="2094271"/>
            <a:ext cx="15523526" cy="10132141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474047"/>
              </a:avLst>
            </a:prstTxWarp>
            <a:spAutoFit/>
          </a:bodyPr>
          <a:lstStyle/>
          <a:p>
            <a:r>
              <a:rPr lang="en-US" sz="5000" dirty="0"/>
              <a:t>                                                 A  I     P  R  O  C  E  S  S  I  N  G                                                                                             W  E  B    D  E  V  E  L  O  P  M  E  N  T</a:t>
            </a:r>
          </a:p>
        </p:txBody>
      </p:sp>
      <p:sp>
        <p:nvSpPr>
          <p:cNvPr id="1037" name="Freeform 1036">
            <a:extLst>
              <a:ext uri="{FF2B5EF4-FFF2-40B4-BE49-F238E27FC236}">
                <a16:creationId xmlns:a16="http://schemas.microsoft.com/office/drawing/2014/main" id="{C5B34ACA-D2AA-0A2F-F3C0-DDA0BE1C50CF}"/>
              </a:ext>
            </a:extLst>
          </p:cNvPr>
          <p:cNvSpPr/>
          <p:nvPr/>
        </p:nvSpPr>
        <p:spPr>
          <a:xfrm>
            <a:off x="6135329" y="2403987"/>
            <a:ext cx="8922774" cy="9483213"/>
          </a:xfrm>
          <a:custGeom>
            <a:avLst/>
            <a:gdLst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4203290 w 8922774"/>
              <a:gd name="connsiteY3" fmla="*/ 442452 h 9483213"/>
              <a:gd name="connsiteX4" fmla="*/ 4881716 w 8922774"/>
              <a:gd name="connsiteY4" fmla="*/ 250723 h 9483213"/>
              <a:gd name="connsiteX5" fmla="*/ 5501148 w 8922774"/>
              <a:gd name="connsiteY5" fmla="*/ 132736 h 9483213"/>
              <a:gd name="connsiteX6" fmla="*/ 6046839 w 8922774"/>
              <a:gd name="connsiteY6" fmla="*/ 58994 h 9483213"/>
              <a:gd name="connsiteX7" fmla="*/ 6607277 w 8922774"/>
              <a:gd name="connsiteY7" fmla="*/ 14748 h 9483213"/>
              <a:gd name="connsiteX8" fmla="*/ 7034981 w 8922774"/>
              <a:gd name="connsiteY8" fmla="*/ 0 h 9483213"/>
              <a:gd name="connsiteX9" fmla="*/ 7344697 w 8922774"/>
              <a:gd name="connsiteY9" fmla="*/ 0 h 9483213"/>
              <a:gd name="connsiteX10" fmla="*/ 8922774 w 8922774"/>
              <a:gd name="connsiteY10" fmla="*/ 1415845 h 9483213"/>
              <a:gd name="connsiteX11" fmla="*/ 7197213 w 8922774"/>
              <a:gd name="connsiteY11" fmla="*/ 2861187 h 9483213"/>
              <a:gd name="connsiteX12" fmla="*/ 7020232 w 8922774"/>
              <a:gd name="connsiteY12" fmla="*/ 2861187 h 9483213"/>
              <a:gd name="connsiteX13" fmla="*/ 6769510 w 8922774"/>
              <a:gd name="connsiteY13" fmla="*/ 2875936 h 9483213"/>
              <a:gd name="connsiteX14" fmla="*/ 6533536 w 8922774"/>
              <a:gd name="connsiteY14" fmla="*/ 2934929 h 9483213"/>
              <a:gd name="connsiteX15" fmla="*/ 6297561 w 8922774"/>
              <a:gd name="connsiteY15" fmla="*/ 2979174 h 9483213"/>
              <a:gd name="connsiteX16" fmla="*/ 6046839 w 8922774"/>
              <a:gd name="connsiteY16" fmla="*/ 3067665 h 9483213"/>
              <a:gd name="connsiteX17" fmla="*/ 5722374 w 8922774"/>
              <a:gd name="connsiteY17" fmla="*/ 3215148 h 9483213"/>
              <a:gd name="connsiteX18" fmla="*/ 5456903 w 8922774"/>
              <a:gd name="connsiteY18" fmla="*/ 3362632 h 9483213"/>
              <a:gd name="connsiteX19" fmla="*/ 5220929 w 8922774"/>
              <a:gd name="connsiteY19" fmla="*/ 3569110 h 9483213"/>
              <a:gd name="connsiteX20" fmla="*/ 4999703 w 8922774"/>
              <a:gd name="connsiteY20" fmla="*/ 3805084 h 9483213"/>
              <a:gd name="connsiteX21" fmla="*/ 4778477 w 8922774"/>
              <a:gd name="connsiteY21" fmla="*/ 4129548 h 9483213"/>
              <a:gd name="connsiteX22" fmla="*/ 4660490 w 8922774"/>
              <a:gd name="connsiteY22" fmla="*/ 4483510 h 9483213"/>
              <a:gd name="connsiteX23" fmla="*/ 4645742 w 8922774"/>
              <a:gd name="connsiteY23" fmla="*/ 4911213 h 9483213"/>
              <a:gd name="connsiteX24" fmla="*/ 4719484 w 8922774"/>
              <a:gd name="connsiteY24" fmla="*/ 5294671 h 9483213"/>
              <a:gd name="connsiteX25" fmla="*/ 4793226 w 8922774"/>
              <a:gd name="connsiteY25" fmla="*/ 5427407 h 9483213"/>
              <a:gd name="connsiteX26" fmla="*/ 4970206 w 8922774"/>
              <a:gd name="connsiteY26" fmla="*/ 5722374 h 9483213"/>
              <a:gd name="connsiteX27" fmla="*/ 5279923 w 8922774"/>
              <a:gd name="connsiteY27" fmla="*/ 6061587 h 9483213"/>
              <a:gd name="connsiteX28" fmla="*/ 5648632 w 8922774"/>
              <a:gd name="connsiteY28" fmla="*/ 6297561 h 9483213"/>
              <a:gd name="connsiteX29" fmla="*/ 6150077 w 8922774"/>
              <a:gd name="connsiteY29" fmla="*/ 6533536 h 9483213"/>
              <a:gd name="connsiteX30" fmla="*/ 6518787 w 8922774"/>
              <a:gd name="connsiteY30" fmla="*/ 6622026 h 9483213"/>
              <a:gd name="connsiteX31" fmla="*/ 6902245 w 8922774"/>
              <a:gd name="connsiteY31" fmla="*/ 6710516 h 9483213"/>
              <a:gd name="connsiteX32" fmla="*/ 7182465 w 8922774"/>
              <a:gd name="connsiteY32" fmla="*/ 6695768 h 9483213"/>
              <a:gd name="connsiteX33" fmla="*/ 5707626 w 8922774"/>
              <a:gd name="connsiteY33" fmla="*/ 7978878 h 9483213"/>
              <a:gd name="connsiteX34" fmla="*/ 7315200 w 8922774"/>
              <a:gd name="connsiteY34" fmla="*/ 9483213 h 9483213"/>
              <a:gd name="connsiteX35" fmla="*/ 6061587 w 8922774"/>
              <a:gd name="connsiteY35" fmla="*/ 9409471 h 9483213"/>
              <a:gd name="connsiteX36" fmla="*/ 4572000 w 8922774"/>
              <a:gd name="connsiteY36" fmla="*/ 9144000 h 9483213"/>
              <a:gd name="connsiteX37" fmla="*/ 3156155 w 8922774"/>
              <a:gd name="connsiteY37" fmla="*/ 8642555 h 9483213"/>
              <a:gd name="connsiteX38" fmla="*/ 1932039 w 8922774"/>
              <a:gd name="connsiteY38" fmla="*/ 7964129 h 9483213"/>
              <a:gd name="connsiteX39" fmla="*/ 1061884 w 8922774"/>
              <a:gd name="connsiteY39" fmla="*/ 7226710 h 9483213"/>
              <a:gd name="connsiteX40" fmla="*/ 530942 w 8922774"/>
              <a:gd name="connsiteY40" fmla="*/ 6533536 h 9483213"/>
              <a:gd name="connsiteX41" fmla="*/ 162232 w 8922774"/>
              <a:gd name="connsiteY41" fmla="*/ 5751871 h 9483213"/>
              <a:gd name="connsiteX42" fmla="*/ 0 w 8922774"/>
              <a:gd name="connsiteY42" fmla="*/ 4984955 h 9483213"/>
              <a:gd name="connsiteX43" fmla="*/ 29497 w 8922774"/>
              <a:gd name="connsiteY43" fmla="*/ 4100052 h 9483213"/>
              <a:gd name="connsiteX44" fmla="*/ 294968 w 8922774"/>
              <a:gd name="connsiteY44" fmla="*/ 3347884 h 9483213"/>
              <a:gd name="connsiteX45" fmla="*/ 648929 w 8922774"/>
              <a:gd name="connsiteY45" fmla="*/ 2728452 h 9483213"/>
              <a:gd name="connsiteX46" fmla="*/ 1165123 w 8922774"/>
              <a:gd name="connsiteY46" fmla="*/ 2138516 h 9483213"/>
              <a:gd name="connsiteX47" fmla="*/ 1681316 w 8922774"/>
              <a:gd name="connsiteY47" fmla="*/ 1681316 h 9483213"/>
              <a:gd name="connsiteX48" fmla="*/ 2286000 w 8922774"/>
              <a:gd name="connsiteY48" fmla="*/ 1268361 h 9483213"/>
              <a:gd name="connsiteX49" fmla="*/ 2875936 w 8922774"/>
              <a:gd name="connsiteY49" fmla="*/ 943897 h 9483213"/>
              <a:gd name="connsiteX50" fmla="*/ 3687097 w 8922774"/>
              <a:gd name="connsiteY50" fmla="*/ 604684 h 9483213"/>
              <a:gd name="connsiteX51" fmla="*/ 4572000 w 8922774"/>
              <a:gd name="connsiteY51" fmla="*/ 324465 h 9483213"/>
              <a:gd name="connsiteX52" fmla="*/ 5442155 w 8922774"/>
              <a:gd name="connsiteY52" fmla="*/ 132736 h 9483213"/>
              <a:gd name="connsiteX53" fmla="*/ 6002594 w 8922774"/>
              <a:gd name="connsiteY53" fmla="*/ 58994 h 9483213"/>
              <a:gd name="connsiteX54" fmla="*/ 6533536 w 8922774"/>
              <a:gd name="connsiteY54" fmla="*/ 14748 h 9483213"/>
              <a:gd name="connsiteX55" fmla="*/ 6946490 w 8922774"/>
              <a:gd name="connsiteY55" fmla="*/ 14748 h 9483213"/>
              <a:gd name="connsiteX56" fmla="*/ 7300452 w 8922774"/>
              <a:gd name="connsiteY56" fmla="*/ 0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4881716 w 8922774"/>
              <a:gd name="connsiteY3" fmla="*/ 250723 h 9483213"/>
              <a:gd name="connsiteX4" fmla="*/ 5501148 w 8922774"/>
              <a:gd name="connsiteY4" fmla="*/ 132736 h 9483213"/>
              <a:gd name="connsiteX5" fmla="*/ 6046839 w 8922774"/>
              <a:gd name="connsiteY5" fmla="*/ 58994 h 9483213"/>
              <a:gd name="connsiteX6" fmla="*/ 6607277 w 8922774"/>
              <a:gd name="connsiteY6" fmla="*/ 14748 h 9483213"/>
              <a:gd name="connsiteX7" fmla="*/ 7034981 w 8922774"/>
              <a:gd name="connsiteY7" fmla="*/ 0 h 9483213"/>
              <a:gd name="connsiteX8" fmla="*/ 7344697 w 8922774"/>
              <a:gd name="connsiteY8" fmla="*/ 0 h 9483213"/>
              <a:gd name="connsiteX9" fmla="*/ 8922774 w 8922774"/>
              <a:gd name="connsiteY9" fmla="*/ 1415845 h 9483213"/>
              <a:gd name="connsiteX10" fmla="*/ 7197213 w 8922774"/>
              <a:gd name="connsiteY10" fmla="*/ 2861187 h 9483213"/>
              <a:gd name="connsiteX11" fmla="*/ 7020232 w 8922774"/>
              <a:gd name="connsiteY11" fmla="*/ 2861187 h 9483213"/>
              <a:gd name="connsiteX12" fmla="*/ 6769510 w 8922774"/>
              <a:gd name="connsiteY12" fmla="*/ 2875936 h 9483213"/>
              <a:gd name="connsiteX13" fmla="*/ 6533536 w 8922774"/>
              <a:gd name="connsiteY13" fmla="*/ 2934929 h 9483213"/>
              <a:gd name="connsiteX14" fmla="*/ 6297561 w 8922774"/>
              <a:gd name="connsiteY14" fmla="*/ 2979174 h 9483213"/>
              <a:gd name="connsiteX15" fmla="*/ 6046839 w 8922774"/>
              <a:gd name="connsiteY15" fmla="*/ 3067665 h 9483213"/>
              <a:gd name="connsiteX16" fmla="*/ 5722374 w 8922774"/>
              <a:gd name="connsiteY16" fmla="*/ 3215148 h 9483213"/>
              <a:gd name="connsiteX17" fmla="*/ 5456903 w 8922774"/>
              <a:gd name="connsiteY17" fmla="*/ 3362632 h 9483213"/>
              <a:gd name="connsiteX18" fmla="*/ 5220929 w 8922774"/>
              <a:gd name="connsiteY18" fmla="*/ 3569110 h 9483213"/>
              <a:gd name="connsiteX19" fmla="*/ 4999703 w 8922774"/>
              <a:gd name="connsiteY19" fmla="*/ 3805084 h 9483213"/>
              <a:gd name="connsiteX20" fmla="*/ 4778477 w 8922774"/>
              <a:gd name="connsiteY20" fmla="*/ 4129548 h 9483213"/>
              <a:gd name="connsiteX21" fmla="*/ 4660490 w 8922774"/>
              <a:gd name="connsiteY21" fmla="*/ 4483510 h 9483213"/>
              <a:gd name="connsiteX22" fmla="*/ 4645742 w 8922774"/>
              <a:gd name="connsiteY22" fmla="*/ 4911213 h 9483213"/>
              <a:gd name="connsiteX23" fmla="*/ 4719484 w 8922774"/>
              <a:gd name="connsiteY23" fmla="*/ 5294671 h 9483213"/>
              <a:gd name="connsiteX24" fmla="*/ 4793226 w 8922774"/>
              <a:gd name="connsiteY24" fmla="*/ 5427407 h 9483213"/>
              <a:gd name="connsiteX25" fmla="*/ 4970206 w 8922774"/>
              <a:gd name="connsiteY25" fmla="*/ 5722374 h 9483213"/>
              <a:gd name="connsiteX26" fmla="*/ 5279923 w 8922774"/>
              <a:gd name="connsiteY26" fmla="*/ 6061587 h 9483213"/>
              <a:gd name="connsiteX27" fmla="*/ 5648632 w 8922774"/>
              <a:gd name="connsiteY27" fmla="*/ 6297561 h 9483213"/>
              <a:gd name="connsiteX28" fmla="*/ 6150077 w 8922774"/>
              <a:gd name="connsiteY28" fmla="*/ 6533536 h 9483213"/>
              <a:gd name="connsiteX29" fmla="*/ 6518787 w 8922774"/>
              <a:gd name="connsiteY29" fmla="*/ 6622026 h 9483213"/>
              <a:gd name="connsiteX30" fmla="*/ 6902245 w 8922774"/>
              <a:gd name="connsiteY30" fmla="*/ 6710516 h 9483213"/>
              <a:gd name="connsiteX31" fmla="*/ 7182465 w 8922774"/>
              <a:gd name="connsiteY31" fmla="*/ 6695768 h 9483213"/>
              <a:gd name="connsiteX32" fmla="*/ 5707626 w 8922774"/>
              <a:gd name="connsiteY32" fmla="*/ 7978878 h 9483213"/>
              <a:gd name="connsiteX33" fmla="*/ 7315200 w 8922774"/>
              <a:gd name="connsiteY33" fmla="*/ 9483213 h 9483213"/>
              <a:gd name="connsiteX34" fmla="*/ 6061587 w 8922774"/>
              <a:gd name="connsiteY34" fmla="*/ 9409471 h 9483213"/>
              <a:gd name="connsiteX35" fmla="*/ 4572000 w 8922774"/>
              <a:gd name="connsiteY35" fmla="*/ 9144000 h 9483213"/>
              <a:gd name="connsiteX36" fmla="*/ 3156155 w 8922774"/>
              <a:gd name="connsiteY36" fmla="*/ 8642555 h 9483213"/>
              <a:gd name="connsiteX37" fmla="*/ 1932039 w 8922774"/>
              <a:gd name="connsiteY37" fmla="*/ 7964129 h 9483213"/>
              <a:gd name="connsiteX38" fmla="*/ 1061884 w 8922774"/>
              <a:gd name="connsiteY38" fmla="*/ 7226710 h 9483213"/>
              <a:gd name="connsiteX39" fmla="*/ 530942 w 8922774"/>
              <a:gd name="connsiteY39" fmla="*/ 6533536 h 9483213"/>
              <a:gd name="connsiteX40" fmla="*/ 162232 w 8922774"/>
              <a:gd name="connsiteY40" fmla="*/ 5751871 h 9483213"/>
              <a:gd name="connsiteX41" fmla="*/ 0 w 8922774"/>
              <a:gd name="connsiteY41" fmla="*/ 4984955 h 9483213"/>
              <a:gd name="connsiteX42" fmla="*/ 29497 w 8922774"/>
              <a:gd name="connsiteY42" fmla="*/ 4100052 h 9483213"/>
              <a:gd name="connsiteX43" fmla="*/ 294968 w 8922774"/>
              <a:gd name="connsiteY43" fmla="*/ 3347884 h 9483213"/>
              <a:gd name="connsiteX44" fmla="*/ 648929 w 8922774"/>
              <a:gd name="connsiteY44" fmla="*/ 2728452 h 9483213"/>
              <a:gd name="connsiteX45" fmla="*/ 1165123 w 8922774"/>
              <a:gd name="connsiteY45" fmla="*/ 2138516 h 9483213"/>
              <a:gd name="connsiteX46" fmla="*/ 1681316 w 8922774"/>
              <a:gd name="connsiteY46" fmla="*/ 1681316 h 9483213"/>
              <a:gd name="connsiteX47" fmla="*/ 2286000 w 8922774"/>
              <a:gd name="connsiteY47" fmla="*/ 1268361 h 9483213"/>
              <a:gd name="connsiteX48" fmla="*/ 2875936 w 8922774"/>
              <a:gd name="connsiteY48" fmla="*/ 943897 h 9483213"/>
              <a:gd name="connsiteX49" fmla="*/ 3687097 w 8922774"/>
              <a:gd name="connsiteY49" fmla="*/ 604684 h 9483213"/>
              <a:gd name="connsiteX50" fmla="*/ 4572000 w 8922774"/>
              <a:gd name="connsiteY50" fmla="*/ 324465 h 9483213"/>
              <a:gd name="connsiteX51" fmla="*/ 5442155 w 8922774"/>
              <a:gd name="connsiteY51" fmla="*/ 132736 h 9483213"/>
              <a:gd name="connsiteX52" fmla="*/ 6002594 w 8922774"/>
              <a:gd name="connsiteY52" fmla="*/ 58994 h 9483213"/>
              <a:gd name="connsiteX53" fmla="*/ 6533536 w 8922774"/>
              <a:gd name="connsiteY53" fmla="*/ 14748 h 9483213"/>
              <a:gd name="connsiteX54" fmla="*/ 6946490 w 8922774"/>
              <a:gd name="connsiteY54" fmla="*/ 14748 h 9483213"/>
              <a:gd name="connsiteX55" fmla="*/ 7300452 w 8922774"/>
              <a:gd name="connsiteY55" fmla="*/ 0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4881716 w 8922774"/>
              <a:gd name="connsiteY3" fmla="*/ 250723 h 9483213"/>
              <a:gd name="connsiteX4" fmla="*/ 5501148 w 8922774"/>
              <a:gd name="connsiteY4" fmla="*/ 132736 h 9483213"/>
              <a:gd name="connsiteX5" fmla="*/ 6046839 w 8922774"/>
              <a:gd name="connsiteY5" fmla="*/ 58994 h 9483213"/>
              <a:gd name="connsiteX6" fmla="*/ 6607277 w 8922774"/>
              <a:gd name="connsiteY6" fmla="*/ 14748 h 9483213"/>
              <a:gd name="connsiteX7" fmla="*/ 7034981 w 8922774"/>
              <a:gd name="connsiteY7" fmla="*/ 0 h 9483213"/>
              <a:gd name="connsiteX8" fmla="*/ 7344697 w 8922774"/>
              <a:gd name="connsiteY8" fmla="*/ 0 h 9483213"/>
              <a:gd name="connsiteX9" fmla="*/ 8922774 w 8922774"/>
              <a:gd name="connsiteY9" fmla="*/ 1415845 h 9483213"/>
              <a:gd name="connsiteX10" fmla="*/ 7197213 w 8922774"/>
              <a:gd name="connsiteY10" fmla="*/ 2861187 h 9483213"/>
              <a:gd name="connsiteX11" fmla="*/ 7020232 w 8922774"/>
              <a:gd name="connsiteY11" fmla="*/ 2861187 h 9483213"/>
              <a:gd name="connsiteX12" fmla="*/ 6769510 w 8922774"/>
              <a:gd name="connsiteY12" fmla="*/ 2875936 h 9483213"/>
              <a:gd name="connsiteX13" fmla="*/ 6533536 w 8922774"/>
              <a:gd name="connsiteY13" fmla="*/ 2934929 h 9483213"/>
              <a:gd name="connsiteX14" fmla="*/ 6297561 w 8922774"/>
              <a:gd name="connsiteY14" fmla="*/ 2979174 h 9483213"/>
              <a:gd name="connsiteX15" fmla="*/ 6046839 w 8922774"/>
              <a:gd name="connsiteY15" fmla="*/ 3067665 h 9483213"/>
              <a:gd name="connsiteX16" fmla="*/ 5722374 w 8922774"/>
              <a:gd name="connsiteY16" fmla="*/ 3215148 h 9483213"/>
              <a:gd name="connsiteX17" fmla="*/ 5456903 w 8922774"/>
              <a:gd name="connsiteY17" fmla="*/ 3362632 h 9483213"/>
              <a:gd name="connsiteX18" fmla="*/ 5220929 w 8922774"/>
              <a:gd name="connsiteY18" fmla="*/ 3569110 h 9483213"/>
              <a:gd name="connsiteX19" fmla="*/ 4999703 w 8922774"/>
              <a:gd name="connsiteY19" fmla="*/ 3805084 h 9483213"/>
              <a:gd name="connsiteX20" fmla="*/ 4778477 w 8922774"/>
              <a:gd name="connsiteY20" fmla="*/ 4129548 h 9483213"/>
              <a:gd name="connsiteX21" fmla="*/ 4660490 w 8922774"/>
              <a:gd name="connsiteY21" fmla="*/ 4483510 h 9483213"/>
              <a:gd name="connsiteX22" fmla="*/ 4645742 w 8922774"/>
              <a:gd name="connsiteY22" fmla="*/ 4911213 h 9483213"/>
              <a:gd name="connsiteX23" fmla="*/ 4719484 w 8922774"/>
              <a:gd name="connsiteY23" fmla="*/ 5294671 h 9483213"/>
              <a:gd name="connsiteX24" fmla="*/ 4793226 w 8922774"/>
              <a:gd name="connsiteY24" fmla="*/ 5427407 h 9483213"/>
              <a:gd name="connsiteX25" fmla="*/ 4970206 w 8922774"/>
              <a:gd name="connsiteY25" fmla="*/ 5722374 h 9483213"/>
              <a:gd name="connsiteX26" fmla="*/ 5279923 w 8922774"/>
              <a:gd name="connsiteY26" fmla="*/ 6061587 h 9483213"/>
              <a:gd name="connsiteX27" fmla="*/ 5648632 w 8922774"/>
              <a:gd name="connsiteY27" fmla="*/ 6297561 h 9483213"/>
              <a:gd name="connsiteX28" fmla="*/ 6150077 w 8922774"/>
              <a:gd name="connsiteY28" fmla="*/ 6533536 h 9483213"/>
              <a:gd name="connsiteX29" fmla="*/ 6518787 w 8922774"/>
              <a:gd name="connsiteY29" fmla="*/ 6622026 h 9483213"/>
              <a:gd name="connsiteX30" fmla="*/ 6902245 w 8922774"/>
              <a:gd name="connsiteY30" fmla="*/ 6710516 h 9483213"/>
              <a:gd name="connsiteX31" fmla="*/ 7182465 w 8922774"/>
              <a:gd name="connsiteY31" fmla="*/ 6695768 h 9483213"/>
              <a:gd name="connsiteX32" fmla="*/ 5707626 w 8922774"/>
              <a:gd name="connsiteY32" fmla="*/ 7978878 h 9483213"/>
              <a:gd name="connsiteX33" fmla="*/ 7315200 w 8922774"/>
              <a:gd name="connsiteY33" fmla="*/ 9483213 h 9483213"/>
              <a:gd name="connsiteX34" fmla="*/ 6061587 w 8922774"/>
              <a:gd name="connsiteY34" fmla="*/ 9409471 h 9483213"/>
              <a:gd name="connsiteX35" fmla="*/ 4572000 w 8922774"/>
              <a:gd name="connsiteY35" fmla="*/ 9144000 h 9483213"/>
              <a:gd name="connsiteX36" fmla="*/ 3156155 w 8922774"/>
              <a:gd name="connsiteY36" fmla="*/ 8642555 h 9483213"/>
              <a:gd name="connsiteX37" fmla="*/ 1932039 w 8922774"/>
              <a:gd name="connsiteY37" fmla="*/ 7964129 h 9483213"/>
              <a:gd name="connsiteX38" fmla="*/ 1061884 w 8922774"/>
              <a:gd name="connsiteY38" fmla="*/ 7226710 h 9483213"/>
              <a:gd name="connsiteX39" fmla="*/ 530942 w 8922774"/>
              <a:gd name="connsiteY39" fmla="*/ 6533536 h 9483213"/>
              <a:gd name="connsiteX40" fmla="*/ 162232 w 8922774"/>
              <a:gd name="connsiteY40" fmla="*/ 5751871 h 9483213"/>
              <a:gd name="connsiteX41" fmla="*/ 0 w 8922774"/>
              <a:gd name="connsiteY41" fmla="*/ 4984955 h 9483213"/>
              <a:gd name="connsiteX42" fmla="*/ 29497 w 8922774"/>
              <a:gd name="connsiteY42" fmla="*/ 4100052 h 9483213"/>
              <a:gd name="connsiteX43" fmla="*/ 294968 w 8922774"/>
              <a:gd name="connsiteY43" fmla="*/ 3347884 h 9483213"/>
              <a:gd name="connsiteX44" fmla="*/ 648929 w 8922774"/>
              <a:gd name="connsiteY44" fmla="*/ 2728452 h 9483213"/>
              <a:gd name="connsiteX45" fmla="*/ 1165123 w 8922774"/>
              <a:gd name="connsiteY45" fmla="*/ 2138516 h 9483213"/>
              <a:gd name="connsiteX46" fmla="*/ 1681316 w 8922774"/>
              <a:gd name="connsiteY46" fmla="*/ 1681316 h 9483213"/>
              <a:gd name="connsiteX47" fmla="*/ 2286000 w 8922774"/>
              <a:gd name="connsiteY47" fmla="*/ 1268361 h 9483213"/>
              <a:gd name="connsiteX48" fmla="*/ 2875936 w 8922774"/>
              <a:gd name="connsiteY48" fmla="*/ 943897 h 9483213"/>
              <a:gd name="connsiteX49" fmla="*/ 3687097 w 8922774"/>
              <a:gd name="connsiteY49" fmla="*/ 604684 h 9483213"/>
              <a:gd name="connsiteX50" fmla="*/ 5442155 w 8922774"/>
              <a:gd name="connsiteY50" fmla="*/ 132736 h 9483213"/>
              <a:gd name="connsiteX51" fmla="*/ 6002594 w 8922774"/>
              <a:gd name="connsiteY51" fmla="*/ 58994 h 9483213"/>
              <a:gd name="connsiteX52" fmla="*/ 6533536 w 8922774"/>
              <a:gd name="connsiteY52" fmla="*/ 14748 h 9483213"/>
              <a:gd name="connsiteX53" fmla="*/ 6946490 w 8922774"/>
              <a:gd name="connsiteY53" fmla="*/ 14748 h 9483213"/>
              <a:gd name="connsiteX54" fmla="*/ 7300452 w 8922774"/>
              <a:gd name="connsiteY54" fmla="*/ 0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5501148 w 8922774"/>
              <a:gd name="connsiteY3" fmla="*/ 132736 h 9483213"/>
              <a:gd name="connsiteX4" fmla="*/ 6046839 w 8922774"/>
              <a:gd name="connsiteY4" fmla="*/ 58994 h 9483213"/>
              <a:gd name="connsiteX5" fmla="*/ 6607277 w 8922774"/>
              <a:gd name="connsiteY5" fmla="*/ 14748 h 9483213"/>
              <a:gd name="connsiteX6" fmla="*/ 7034981 w 8922774"/>
              <a:gd name="connsiteY6" fmla="*/ 0 h 9483213"/>
              <a:gd name="connsiteX7" fmla="*/ 7344697 w 8922774"/>
              <a:gd name="connsiteY7" fmla="*/ 0 h 9483213"/>
              <a:gd name="connsiteX8" fmla="*/ 8922774 w 8922774"/>
              <a:gd name="connsiteY8" fmla="*/ 1415845 h 9483213"/>
              <a:gd name="connsiteX9" fmla="*/ 7197213 w 8922774"/>
              <a:gd name="connsiteY9" fmla="*/ 2861187 h 9483213"/>
              <a:gd name="connsiteX10" fmla="*/ 7020232 w 8922774"/>
              <a:gd name="connsiteY10" fmla="*/ 2861187 h 9483213"/>
              <a:gd name="connsiteX11" fmla="*/ 6769510 w 8922774"/>
              <a:gd name="connsiteY11" fmla="*/ 2875936 h 9483213"/>
              <a:gd name="connsiteX12" fmla="*/ 6533536 w 8922774"/>
              <a:gd name="connsiteY12" fmla="*/ 2934929 h 9483213"/>
              <a:gd name="connsiteX13" fmla="*/ 6297561 w 8922774"/>
              <a:gd name="connsiteY13" fmla="*/ 2979174 h 9483213"/>
              <a:gd name="connsiteX14" fmla="*/ 6046839 w 8922774"/>
              <a:gd name="connsiteY14" fmla="*/ 3067665 h 9483213"/>
              <a:gd name="connsiteX15" fmla="*/ 5722374 w 8922774"/>
              <a:gd name="connsiteY15" fmla="*/ 3215148 h 9483213"/>
              <a:gd name="connsiteX16" fmla="*/ 5456903 w 8922774"/>
              <a:gd name="connsiteY16" fmla="*/ 3362632 h 9483213"/>
              <a:gd name="connsiteX17" fmla="*/ 5220929 w 8922774"/>
              <a:gd name="connsiteY17" fmla="*/ 3569110 h 9483213"/>
              <a:gd name="connsiteX18" fmla="*/ 4999703 w 8922774"/>
              <a:gd name="connsiteY18" fmla="*/ 3805084 h 9483213"/>
              <a:gd name="connsiteX19" fmla="*/ 4778477 w 8922774"/>
              <a:gd name="connsiteY19" fmla="*/ 4129548 h 9483213"/>
              <a:gd name="connsiteX20" fmla="*/ 4660490 w 8922774"/>
              <a:gd name="connsiteY20" fmla="*/ 4483510 h 9483213"/>
              <a:gd name="connsiteX21" fmla="*/ 4645742 w 8922774"/>
              <a:gd name="connsiteY21" fmla="*/ 4911213 h 9483213"/>
              <a:gd name="connsiteX22" fmla="*/ 4719484 w 8922774"/>
              <a:gd name="connsiteY22" fmla="*/ 5294671 h 9483213"/>
              <a:gd name="connsiteX23" fmla="*/ 4793226 w 8922774"/>
              <a:gd name="connsiteY23" fmla="*/ 5427407 h 9483213"/>
              <a:gd name="connsiteX24" fmla="*/ 4970206 w 8922774"/>
              <a:gd name="connsiteY24" fmla="*/ 5722374 h 9483213"/>
              <a:gd name="connsiteX25" fmla="*/ 5279923 w 8922774"/>
              <a:gd name="connsiteY25" fmla="*/ 6061587 h 9483213"/>
              <a:gd name="connsiteX26" fmla="*/ 5648632 w 8922774"/>
              <a:gd name="connsiteY26" fmla="*/ 6297561 h 9483213"/>
              <a:gd name="connsiteX27" fmla="*/ 6150077 w 8922774"/>
              <a:gd name="connsiteY27" fmla="*/ 6533536 h 9483213"/>
              <a:gd name="connsiteX28" fmla="*/ 6518787 w 8922774"/>
              <a:gd name="connsiteY28" fmla="*/ 6622026 h 9483213"/>
              <a:gd name="connsiteX29" fmla="*/ 6902245 w 8922774"/>
              <a:gd name="connsiteY29" fmla="*/ 6710516 h 9483213"/>
              <a:gd name="connsiteX30" fmla="*/ 7182465 w 8922774"/>
              <a:gd name="connsiteY30" fmla="*/ 6695768 h 9483213"/>
              <a:gd name="connsiteX31" fmla="*/ 5707626 w 8922774"/>
              <a:gd name="connsiteY31" fmla="*/ 7978878 h 9483213"/>
              <a:gd name="connsiteX32" fmla="*/ 7315200 w 8922774"/>
              <a:gd name="connsiteY32" fmla="*/ 9483213 h 9483213"/>
              <a:gd name="connsiteX33" fmla="*/ 6061587 w 8922774"/>
              <a:gd name="connsiteY33" fmla="*/ 9409471 h 9483213"/>
              <a:gd name="connsiteX34" fmla="*/ 4572000 w 8922774"/>
              <a:gd name="connsiteY34" fmla="*/ 9144000 h 9483213"/>
              <a:gd name="connsiteX35" fmla="*/ 3156155 w 8922774"/>
              <a:gd name="connsiteY35" fmla="*/ 8642555 h 9483213"/>
              <a:gd name="connsiteX36" fmla="*/ 1932039 w 8922774"/>
              <a:gd name="connsiteY36" fmla="*/ 7964129 h 9483213"/>
              <a:gd name="connsiteX37" fmla="*/ 1061884 w 8922774"/>
              <a:gd name="connsiteY37" fmla="*/ 7226710 h 9483213"/>
              <a:gd name="connsiteX38" fmla="*/ 530942 w 8922774"/>
              <a:gd name="connsiteY38" fmla="*/ 6533536 h 9483213"/>
              <a:gd name="connsiteX39" fmla="*/ 162232 w 8922774"/>
              <a:gd name="connsiteY39" fmla="*/ 5751871 h 9483213"/>
              <a:gd name="connsiteX40" fmla="*/ 0 w 8922774"/>
              <a:gd name="connsiteY40" fmla="*/ 4984955 h 9483213"/>
              <a:gd name="connsiteX41" fmla="*/ 29497 w 8922774"/>
              <a:gd name="connsiteY41" fmla="*/ 4100052 h 9483213"/>
              <a:gd name="connsiteX42" fmla="*/ 294968 w 8922774"/>
              <a:gd name="connsiteY42" fmla="*/ 3347884 h 9483213"/>
              <a:gd name="connsiteX43" fmla="*/ 648929 w 8922774"/>
              <a:gd name="connsiteY43" fmla="*/ 2728452 h 9483213"/>
              <a:gd name="connsiteX44" fmla="*/ 1165123 w 8922774"/>
              <a:gd name="connsiteY44" fmla="*/ 2138516 h 9483213"/>
              <a:gd name="connsiteX45" fmla="*/ 1681316 w 8922774"/>
              <a:gd name="connsiteY45" fmla="*/ 1681316 h 9483213"/>
              <a:gd name="connsiteX46" fmla="*/ 2286000 w 8922774"/>
              <a:gd name="connsiteY46" fmla="*/ 1268361 h 9483213"/>
              <a:gd name="connsiteX47" fmla="*/ 2875936 w 8922774"/>
              <a:gd name="connsiteY47" fmla="*/ 943897 h 9483213"/>
              <a:gd name="connsiteX48" fmla="*/ 3687097 w 8922774"/>
              <a:gd name="connsiteY48" fmla="*/ 604684 h 9483213"/>
              <a:gd name="connsiteX49" fmla="*/ 5442155 w 8922774"/>
              <a:gd name="connsiteY49" fmla="*/ 132736 h 9483213"/>
              <a:gd name="connsiteX50" fmla="*/ 6002594 w 8922774"/>
              <a:gd name="connsiteY50" fmla="*/ 58994 h 9483213"/>
              <a:gd name="connsiteX51" fmla="*/ 6533536 w 8922774"/>
              <a:gd name="connsiteY51" fmla="*/ 14748 h 9483213"/>
              <a:gd name="connsiteX52" fmla="*/ 6946490 w 8922774"/>
              <a:gd name="connsiteY52" fmla="*/ 14748 h 9483213"/>
              <a:gd name="connsiteX53" fmla="*/ 7300452 w 8922774"/>
              <a:gd name="connsiteY53" fmla="*/ 0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5501148 w 8922774"/>
              <a:gd name="connsiteY3" fmla="*/ 132736 h 9483213"/>
              <a:gd name="connsiteX4" fmla="*/ 6046839 w 8922774"/>
              <a:gd name="connsiteY4" fmla="*/ 58994 h 9483213"/>
              <a:gd name="connsiteX5" fmla="*/ 6607277 w 8922774"/>
              <a:gd name="connsiteY5" fmla="*/ 14748 h 9483213"/>
              <a:gd name="connsiteX6" fmla="*/ 7034981 w 8922774"/>
              <a:gd name="connsiteY6" fmla="*/ 0 h 9483213"/>
              <a:gd name="connsiteX7" fmla="*/ 7344697 w 8922774"/>
              <a:gd name="connsiteY7" fmla="*/ 0 h 9483213"/>
              <a:gd name="connsiteX8" fmla="*/ 8922774 w 8922774"/>
              <a:gd name="connsiteY8" fmla="*/ 1415845 h 9483213"/>
              <a:gd name="connsiteX9" fmla="*/ 7197213 w 8922774"/>
              <a:gd name="connsiteY9" fmla="*/ 2861187 h 9483213"/>
              <a:gd name="connsiteX10" fmla="*/ 7020232 w 8922774"/>
              <a:gd name="connsiteY10" fmla="*/ 2861187 h 9483213"/>
              <a:gd name="connsiteX11" fmla="*/ 6769510 w 8922774"/>
              <a:gd name="connsiteY11" fmla="*/ 2875936 h 9483213"/>
              <a:gd name="connsiteX12" fmla="*/ 6533536 w 8922774"/>
              <a:gd name="connsiteY12" fmla="*/ 2934929 h 9483213"/>
              <a:gd name="connsiteX13" fmla="*/ 6297561 w 8922774"/>
              <a:gd name="connsiteY13" fmla="*/ 2979174 h 9483213"/>
              <a:gd name="connsiteX14" fmla="*/ 6046839 w 8922774"/>
              <a:gd name="connsiteY14" fmla="*/ 3067665 h 9483213"/>
              <a:gd name="connsiteX15" fmla="*/ 5722374 w 8922774"/>
              <a:gd name="connsiteY15" fmla="*/ 3215148 h 9483213"/>
              <a:gd name="connsiteX16" fmla="*/ 5456903 w 8922774"/>
              <a:gd name="connsiteY16" fmla="*/ 3362632 h 9483213"/>
              <a:gd name="connsiteX17" fmla="*/ 5220929 w 8922774"/>
              <a:gd name="connsiteY17" fmla="*/ 3569110 h 9483213"/>
              <a:gd name="connsiteX18" fmla="*/ 4999703 w 8922774"/>
              <a:gd name="connsiteY18" fmla="*/ 3805084 h 9483213"/>
              <a:gd name="connsiteX19" fmla="*/ 4778477 w 8922774"/>
              <a:gd name="connsiteY19" fmla="*/ 4129548 h 9483213"/>
              <a:gd name="connsiteX20" fmla="*/ 4660490 w 8922774"/>
              <a:gd name="connsiteY20" fmla="*/ 4483510 h 9483213"/>
              <a:gd name="connsiteX21" fmla="*/ 4645742 w 8922774"/>
              <a:gd name="connsiteY21" fmla="*/ 4911213 h 9483213"/>
              <a:gd name="connsiteX22" fmla="*/ 4719484 w 8922774"/>
              <a:gd name="connsiteY22" fmla="*/ 5294671 h 9483213"/>
              <a:gd name="connsiteX23" fmla="*/ 4793226 w 8922774"/>
              <a:gd name="connsiteY23" fmla="*/ 5427407 h 9483213"/>
              <a:gd name="connsiteX24" fmla="*/ 4970206 w 8922774"/>
              <a:gd name="connsiteY24" fmla="*/ 5722374 h 9483213"/>
              <a:gd name="connsiteX25" fmla="*/ 5279923 w 8922774"/>
              <a:gd name="connsiteY25" fmla="*/ 6061587 h 9483213"/>
              <a:gd name="connsiteX26" fmla="*/ 5648632 w 8922774"/>
              <a:gd name="connsiteY26" fmla="*/ 6297561 h 9483213"/>
              <a:gd name="connsiteX27" fmla="*/ 6150077 w 8922774"/>
              <a:gd name="connsiteY27" fmla="*/ 6533536 h 9483213"/>
              <a:gd name="connsiteX28" fmla="*/ 6518787 w 8922774"/>
              <a:gd name="connsiteY28" fmla="*/ 6622026 h 9483213"/>
              <a:gd name="connsiteX29" fmla="*/ 6902245 w 8922774"/>
              <a:gd name="connsiteY29" fmla="*/ 6710516 h 9483213"/>
              <a:gd name="connsiteX30" fmla="*/ 7182465 w 8922774"/>
              <a:gd name="connsiteY30" fmla="*/ 6695768 h 9483213"/>
              <a:gd name="connsiteX31" fmla="*/ 5707626 w 8922774"/>
              <a:gd name="connsiteY31" fmla="*/ 7978878 h 9483213"/>
              <a:gd name="connsiteX32" fmla="*/ 7315200 w 8922774"/>
              <a:gd name="connsiteY32" fmla="*/ 9483213 h 9483213"/>
              <a:gd name="connsiteX33" fmla="*/ 6061587 w 8922774"/>
              <a:gd name="connsiteY33" fmla="*/ 9409471 h 9483213"/>
              <a:gd name="connsiteX34" fmla="*/ 4572000 w 8922774"/>
              <a:gd name="connsiteY34" fmla="*/ 9144000 h 9483213"/>
              <a:gd name="connsiteX35" fmla="*/ 3156155 w 8922774"/>
              <a:gd name="connsiteY35" fmla="*/ 8642555 h 9483213"/>
              <a:gd name="connsiteX36" fmla="*/ 1932039 w 8922774"/>
              <a:gd name="connsiteY36" fmla="*/ 7964129 h 9483213"/>
              <a:gd name="connsiteX37" fmla="*/ 1061884 w 8922774"/>
              <a:gd name="connsiteY37" fmla="*/ 7226710 h 9483213"/>
              <a:gd name="connsiteX38" fmla="*/ 530942 w 8922774"/>
              <a:gd name="connsiteY38" fmla="*/ 6533536 h 9483213"/>
              <a:gd name="connsiteX39" fmla="*/ 162232 w 8922774"/>
              <a:gd name="connsiteY39" fmla="*/ 5751871 h 9483213"/>
              <a:gd name="connsiteX40" fmla="*/ 0 w 8922774"/>
              <a:gd name="connsiteY40" fmla="*/ 4984955 h 9483213"/>
              <a:gd name="connsiteX41" fmla="*/ 29497 w 8922774"/>
              <a:gd name="connsiteY41" fmla="*/ 4100052 h 9483213"/>
              <a:gd name="connsiteX42" fmla="*/ 294968 w 8922774"/>
              <a:gd name="connsiteY42" fmla="*/ 3347884 h 9483213"/>
              <a:gd name="connsiteX43" fmla="*/ 648929 w 8922774"/>
              <a:gd name="connsiteY43" fmla="*/ 2728452 h 9483213"/>
              <a:gd name="connsiteX44" fmla="*/ 1165123 w 8922774"/>
              <a:gd name="connsiteY44" fmla="*/ 2138516 h 9483213"/>
              <a:gd name="connsiteX45" fmla="*/ 1681316 w 8922774"/>
              <a:gd name="connsiteY45" fmla="*/ 1681316 h 9483213"/>
              <a:gd name="connsiteX46" fmla="*/ 2286000 w 8922774"/>
              <a:gd name="connsiteY46" fmla="*/ 1268361 h 9483213"/>
              <a:gd name="connsiteX47" fmla="*/ 2875936 w 8922774"/>
              <a:gd name="connsiteY47" fmla="*/ 943897 h 9483213"/>
              <a:gd name="connsiteX48" fmla="*/ 3687097 w 8922774"/>
              <a:gd name="connsiteY48" fmla="*/ 604684 h 9483213"/>
              <a:gd name="connsiteX49" fmla="*/ 5442155 w 8922774"/>
              <a:gd name="connsiteY49" fmla="*/ 132736 h 9483213"/>
              <a:gd name="connsiteX50" fmla="*/ 6002594 w 8922774"/>
              <a:gd name="connsiteY50" fmla="*/ 58994 h 9483213"/>
              <a:gd name="connsiteX51" fmla="*/ 6533536 w 8922774"/>
              <a:gd name="connsiteY51" fmla="*/ 14748 h 9483213"/>
              <a:gd name="connsiteX52" fmla="*/ 6946490 w 8922774"/>
              <a:gd name="connsiteY52" fmla="*/ 14748 h 9483213"/>
              <a:gd name="connsiteX53" fmla="*/ 7300452 w 8922774"/>
              <a:gd name="connsiteY53" fmla="*/ 0 h 9483213"/>
              <a:gd name="connsiteX54" fmla="*/ 2713703 w 8922774"/>
              <a:gd name="connsiteY54" fmla="*/ 1032387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5501148 w 8922774"/>
              <a:gd name="connsiteY3" fmla="*/ 132736 h 9483213"/>
              <a:gd name="connsiteX4" fmla="*/ 6046839 w 8922774"/>
              <a:gd name="connsiteY4" fmla="*/ 58994 h 9483213"/>
              <a:gd name="connsiteX5" fmla="*/ 6607277 w 8922774"/>
              <a:gd name="connsiteY5" fmla="*/ 14748 h 9483213"/>
              <a:gd name="connsiteX6" fmla="*/ 7034981 w 8922774"/>
              <a:gd name="connsiteY6" fmla="*/ 0 h 9483213"/>
              <a:gd name="connsiteX7" fmla="*/ 7344697 w 8922774"/>
              <a:gd name="connsiteY7" fmla="*/ 0 h 9483213"/>
              <a:gd name="connsiteX8" fmla="*/ 8922774 w 8922774"/>
              <a:gd name="connsiteY8" fmla="*/ 1415845 h 9483213"/>
              <a:gd name="connsiteX9" fmla="*/ 7197213 w 8922774"/>
              <a:gd name="connsiteY9" fmla="*/ 2861187 h 9483213"/>
              <a:gd name="connsiteX10" fmla="*/ 7020232 w 8922774"/>
              <a:gd name="connsiteY10" fmla="*/ 2861187 h 9483213"/>
              <a:gd name="connsiteX11" fmla="*/ 6769510 w 8922774"/>
              <a:gd name="connsiteY11" fmla="*/ 2875936 h 9483213"/>
              <a:gd name="connsiteX12" fmla="*/ 6533536 w 8922774"/>
              <a:gd name="connsiteY12" fmla="*/ 2934929 h 9483213"/>
              <a:gd name="connsiteX13" fmla="*/ 6297561 w 8922774"/>
              <a:gd name="connsiteY13" fmla="*/ 2979174 h 9483213"/>
              <a:gd name="connsiteX14" fmla="*/ 6046839 w 8922774"/>
              <a:gd name="connsiteY14" fmla="*/ 3067665 h 9483213"/>
              <a:gd name="connsiteX15" fmla="*/ 5722374 w 8922774"/>
              <a:gd name="connsiteY15" fmla="*/ 3215148 h 9483213"/>
              <a:gd name="connsiteX16" fmla="*/ 5456903 w 8922774"/>
              <a:gd name="connsiteY16" fmla="*/ 3362632 h 9483213"/>
              <a:gd name="connsiteX17" fmla="*/ 5220929 w 8922774"/>
              <a:gd name="connsiteY17" fmla="*/ 3569110 h 9483213"/>
              <a:gd name="connsiteX18" fmla="*/ 4999703 w 8922774"/>
              <a:gd name="connsiteY18" fmla="*/ 3805084 h 9483213"/>
              <a:gd name="connsiteX19" fmla="*/ 4778477 w 8922774"/>
              <a:gd name="connsiteY19" fmla="*/ 4129548 h 9483213"/>
              <a:gd name="connsiteX20" fmla="*/ 4660490 w 8922774"/>
              <a:gd name="connsiteY20" fmla="*/ 4483510 h 9483213"/>
              <a:gd name="connsiteX21" fmla="*/ 4645742 w 8922774"/>
              <a:gd name="connsiteY21" fmla="*/ 4911213 h 9483213"/>
              <a:gd name="connsiteX22" fmla="*/ 4719484 w 8922774"/>
              <a:gd name="connsiteY22" fmla="*/ 5294671 h 9483213"/>
              <a:gd name="connsiteX23" fmla="*/ 4793226 w 8922774"/>
              <a:gd name="connsiteY23" fmla="*/ 5427407 h 9483213"/>
              <a:gd name="connsiteX24" fmla="*/ 4970206 w 8922774"/>
              <a:gd name="connsiteY24" fmla="*/ 5722374 h 9483213"/>
              <a:gd name="connsiteX25" fmla="*/ 5279923 w 8922774"/>
              <a:gd name="connsiteY25" fmla="*/ 6061587 h 9483213"/>
              <a:gd name="connsiteX26" fmla="*/ 5648632 w 8922774"/>
              <a:gd name="connsiteY26" fmla="*/ 6297561 h 9483213"/>
              <a:gd name="connsiteX27" fmla="*/ 6150077 w 8922774"/>
              <a:gd name="connsiteY27" fmla="*/ 6533536 h 9483213"/>
              <a:gd name="connsiteX28" fmla="*/ 6518787 w 8922774"/>
              <a:gd name="connsiteY28" fmla="*/ 6622026 h 9483213"/>
              <a:gd name="connsiteX29" fmla="*/ 6902245 w 8922774"/>
              <a:gd name="connsiteY29" fmla="*/ 6710516 h 9483213"/>
              <a:gd name="connsiteX30" fmla="*/ 7182465 w 8922774"/>
              <a:gd name="connsiteY30" fmla="*/ 6695768 h 9483213"/>
              <a:gd name="connsiteX31" fmla="*/ 5707626 w 8922774"/>
              <a:gd name="connsiteY31" fmla="*/ 7978878 h 9483213"/>
              <a:gd name="connsiteX32" fmla="*/ 7315200 w 8922774"/>
              <a:gd name="connsiteY32" fmla="*/ 9483213 h 9483213"/>
              <a:gd name="connsiteX33" fmla="*/ 6061587 w 8922774"/>
              <a:gd name="connsiteY33" fmla="*/ 9409471 h 9483213"/>
              <a:gd name="connsiteX34" fmla="*/ 4572000 w 8922774"/>
              <a:gd name="connsiteY34" fmla="*/ 9144000 h 9483213"/>
              <a:gd name="connsiteX35" fmla="*/ 3156155 w 8922774"/>
              <a:gd name="connsiteY35" fmla="*/ 8642555 h 9483213"/>
              <a:gd name="connsiteX36" fmla="*/ 1932039 w 8922774"/>
              <a:gd name="connsiteY36" fmla="*/ 7964129 h 9483213"/>
              <a:gd name="connsiteX37" fmla="*/ 1061884 w 8922774"/>
              <a:gd name="connsiteY37" fmla="*/ 7226710 h 9483213"/>
              <a:gd name="connsiteX38" fmla="*/ 530942 w 8922774"/>
              <a:gd name="connsiteY38" fmla="*/ 6533536 h 9483213"/>
              <a:gd name="connsiteX39" fmla="*/ 162232 w 8922774"/>
              <a:gd name="connsiteY39" fmla="*/ 5751871 h 9483213"/>
              <a:gd name="connsiteX40" fmla="*/ 0 w 8922774"/>
              <a:gd name="connsiteY40" fmla="*/ 4984955 h 9483213"/>
              <a:gd name="connsiteX41" fmla="*/ 29497 w 8922774"/>
              <a:gd name="connsiteY41" fmla="*/ 4100052 h 9483213"/>
              <a:gd name="connsiteX42" fmla="*/ 294968 w 8922774"/>
              <a:gd name="connsiteY42" fmla="*/ 3347884 h 9483213"/>
              <a:gd name="connsiteX43" fmla="*/ 648929 w 8922774"/>
              <a:gd name="connsiteY43" fmla="*/ 2728452 h 9483213"/>
              <a:gd name="connsiteX44" fmla="*/ 1165123 w 8922774"/>
              <a:gd name="connsiteY44" fmla="*/ 2138516 h 9483213"/>
              <a:gd name="connsiteX45" fmla="*/ 1681316 w 8922774"/>
              <a:gd name="connsiteY45" fmla="*/ 1681316 h 9483213"/>
              <a:gd name="connsiteX46" fmla="*/ 2286000 w 8922774"/>
              <a:gd name="connsiteY46" fmla="*/ 1268361 h 9483213"/>
              <a:gd name="connsiteX47" fmla="*/ 2875936 w 8922774"/>
              <a:gd name="connsiteY47" fmla="*/ 943897 h 9483213"/>
              <a:gd name="connsiteX48" fmla="*/ 3687097 w 8922774"/>
              <a:gd name="connsiteY48" fmla="*/ 604684 h 9483213"/>
              <a:gd name="connsiteX49" fmla="*/ 6002594 w 8922774"/>
              <a:gd name="connsiteY49" fmla="*/ 58994 h 9483213"/>
              <a:gd name="connsiteX50" fmla="*/ 6533536 w 8922774"/>
              <a:gd name="connsiteY50" fmla="*/ 14748 h 9483213"/>
              <a:gd name="connsiteX51" fmla="*/ 6946490 w 8922774"/>
              <a:gd name="connsiteY51" fmla="*/ 14748 h 9483213"/>
              <a:gd name="connsiteX52" fmla="*/ 7300452 w 8922774"/>
              <a:gd name="connsiteY52" fmla="*/ 0 h 9483213"/>
              <a:gd name="connsiteX53" fmla="*/ 2713703 w 8922774"/>
              <a:gd name="connsiteY53" fmla="*/ 1032387 h 9483213"/>
              <a:gd name="connsiteX0" fmla="*/ 2713703 w 8922774"/>
              <a:gd name="connsiteY0" fmla="*/ 1032387 h 9483213"/>
              <a:gd name="connsiteX1" fmla="*/ 3097161 w 8922774"/>
              <a:gd name="connsiteY1" fmla="*/ 840658 h 9483213"/>
              <a:gd name="connsiteX2" fmla="*/ 3657600 w 8922774"/>
              <a:gd name="connsiteY2" fmla="*/ 619432 h 9483213"/>
              <a:gd name="connsiteX3" fmla="*/ 6046839 w 8922774"/>
              <a:gd name="connsiteY3" fmla="*/ 58994 h 9483213"/>
              <a:gd name="connsiteX4" fmla="*/ 6607277 w 8922774"/>
              <a:gd name="connsiteY4" fmla="*/ 14748 h 9483213"/>
              <a:gd name="connsiteX5" fmla="*/ 7034981 w 8922774"/>
              <a:gd name="connsiteY5" fmla="*/ 0 h 9483213"/>
              <a:gd name="connsiteX6" fmla="*/ 7344697 w 8922774"/>
              <a:gd name="connsiteY6" fmla="*/ 0 h 9483213"/>
              <a:gd name="connsiteX7" fmla="*/ 8922774 w 8922774"/>
              <a:gd name="connsiteY7" fmla="*/ 1415845 h 9483213"/>
              <a:gd name="connsiteX8" fmla="*/ 7197213 w 8922774"/>
              <a:gd name="connsiteY8" fmla="*/ 2861187 h 9483213"/>
              <a:gd name="connsiteX9" fmla="*/ 7020232 w 8922774"/>
              <a:gd name="connsiteY9" fmla="*/ 2861187 h 9483213"/>
              <a:gd name="connsiteX10" fmla="*/ 6769510 w 8922774"/>
              <a:gd name="connsiteY10" fmla="*/ 2875936 h 9483213"/>
              <a:gd name="connsiteX11" fmla="*/ 6533536 w 8922774"/>
              <a:gd name="connsiteY11" fmla="*/ 2934929 h 9483213"/>
              <a:gd name="connsiteX12" fmla="*/ 6297561 w 8922774"/>
              <a:gd name="connsiteY12" fmla="*/ 2979174 h 9483213"/>
              <a:gd name="connsiteX13" fmla="*/ 6046839 w 8922774"/>
              <a:gd name="connsiteY13" fmla="*/ 3067665 h 9483213"/>
              <a:gd name="connsiteX14" fmla="*/ 5722374 w 8922774"/>
              <a:gd name="connsiteY14" fmla="*/ 3215148 h 9483213"/>
              <a:gd name="connsiteX15" fmla="*/ 5456903 w 8922774"/>
              <a:gd name="connsiteY15" fmla="*/ 3362632 h 9483213"/>
              <a:gd name="connsiteX16" fmla="*/ 5220929 w 8922774"/>
              <a:gd name="connsiteY16" fmla="*/ 3569110 h 9483213"/>
              <a:gd name="connsiteX17" fmla="*/ 4999703 w 8922774"/>
              <a:gd name="connsiteY17" fmla="*/ 3805084 h 9483213"/>
              <a:gd name="connsiteX18" fmla="*/ 4778477 w 8922774"/>
              <a:gd name="connsiteY18" fmla="*/ 4129548 h 9483213"/>
              <a:gd name="connsiteX19" fmla="*/ 4660490 w 8922774"/>
              <a:gd name="connsiteY19" fmla="*/ 4483510 h 9483213"/>
              <a:gd name="connsiteX20" fmla="*/ 4645742 w 8922774"/>
              <a:gd name="connsiteY20" fmla="*/ 4911213 h 9483213"/>
              <a:gd name="connsiteX21" fmla="*/ 4719484 w 8922774"/>
              <a:gd name="connsiteY21" fmla="*/ 5294671 h 9483213"/>
              <a:gd name="connsiteX22" fmla="*/ 4793226 w 8922774"/>
              <a:gd name="connsiteY22" fmla="*/ 5427407 h 9483213"/>
              <a:gd name="connsiteX23" fmla="*/ 4970206 w 8922774"/>
              <a:gd name="connsiteY23" fmla="*/ 5722374 h 9483213"/>
              <a:gd name="connsiteX24" fmla="*/ 5279923 w 8922774"/>
              <a:gd name="connsiteY24" fmla="*/ 6061587 h 9483213"/>
              <a:gd name="connsiteX25" fmla="*/ 5648632 w 8922774"/>
              <a:gd name="connsiteY25" fmla="*/ 6297561 h 9483213"/>
              <a:gd name="connsiteX26" fmla="*/ 6150077 w 8922774"/>
              <a:gd name="connsiteY26" fmla="*/ 6533536 h 9483213"/>
              <a:gd name="connsiteX27" fmla="*/ 6518787 w 8922774"/>
              <a:gd name="connsiteY27" fmla="*/ 6622026 h 9483213"/>
              <a:gd name="connsiteX28" fmla="*/ 6902245 w 8922774"/>
              <a:gd name="connsiteY28" fmla="*/ 6710516 h 9483213"/>
              <a:gd name="connsiteX29" fmla="*/ 7182465 w 8922774"/>
              <a:gd name="connsiteY29" fmla="*/ 6695768 h 9483213"/>
              <a:gd name="connsiteX30" fmla="*/ 5707626 w 8922774"/>
              <a:gd name="connsiteY30" fmla="*/ 7978878 h 9483213"/>
              <a:gd name="connsiteX31" fmla="*/ 7315200 w 8922774"/>
              <a:gd name="connsiteY31" fmla="*/ 9483213 h 9483213"/>
              <a:gd name="connsiteX32" fmla="*/ 6061587 w 8922774"/>
              <a:gd name="connsiteY32" fmla="*/ 9409471 h 9483213"/>
              <a:gd name="connsiteX33" fmla="*/ 4572000 w 8922774"/>
              <a:gd name="connsiteY33" fmla="*/ 9144000 h 9483213"/>
              <a:gd name="connsiteX34" fmla="*/ 3156155 w 8922774"/>
              <a:gd name="connsiteY34" fmla="*/ 8642555 h 9483213"/>
              <a:gd name="connsiteX35" fmla="*/ 1932039 w 8922774"/>
              <a:gd name="connsiteY35" fmla="*/ 7964129 h 9483213"/>
              <a:gd name="connsiteX36" fmla="*/ 1061884 w 8922774"/>
              <a:gd name="connsiteY36" fmla="*/ 7226710 h 9483213"/>
              <a:gd name="connsiteX37" fmla="*/ 530942 w 8922774"/>
              <a:gd name="connsiteY37" fmla="*/ 6533536 h 9483213"/>
              <a:gd name="connsiteX38" fmla="*/ 162232 w 8922774"/>
              <a:gd name="connsiteY38" fmla="*/ 5751871 h 9483213"/>
              <a:gd name="connsiteX39" fmla="*/ 0 w 8922774"/>
              <a:gd name="connsiteY39" fmla="*/ 4984955 h 9483213"/>
              <a:gd name="connsiteX40" fmla="*/ 29497 w 8922774"/>
              <a:gd name="connsiteY40" fmla="*/ 4100052 h 9483213"/>
              <a:gd name="connsiteX41" fmla="*/ 294968 w 8922774"/>
              <a:gd name="connsiteY41" fmla="*/ 3347884 h 9483213"/>
              <a:gd name="connsiteX42" fmla="*/ 648929 w 8922774"/>
              <a:gd name="connsiteY42" fmla="*/ 2728452 h 9483213"/>
              <a:gd name="connsiteX43" fmla="*/ 1165123 w 8922774"/>
              <a:gd name="connsiteY43" fmla="*/ 2138516 h 9483213"/>
              <a:gd name="connsiteX44" fmla="*/ 1681316 w 8922774"/>
              <a:gd name="connsiteY44" fmla="*/ 1681316 h 9483213"/>
              <a:gd name="connsiteX45" fmla="*/ 2286000 w 8922774"/>
              <a:gd name="connsiteY45" fmla="*/ 1268361 h 9483213"/>
              <a:gd name="connsiteX46" fmla="*/ 2875936 w 8922774"/>
              <a:gd name="connsiteY46" fmla="*/ 943897 h 9483213"/>
              <a:gd name="connsiteX47" fmla="*/ 3687097 w 8922774"/>
              <a:gd name="connsiteY47" fmla="*/ 604684 h 9483213"/>
              <a:gd name="connsiteX48" fmla="*/ 6002594 w 8922774"/>
              <a:gd name="connsiteY48" fmla="*/ 58994 h 9483213"/>
              <a:gd name="connsiteX49" fmla="*/ 6533536 w 8922774"/>
              <a:gd name="connsiteY49" fmla="*/ 14748 h 9483213"/>
              <a:gd name="connsiteX50" fmla="*/ 6946490 w 8922774"/>
              <a:gd name="connsiteY50" fmla="*/ 14748 h 9483213"/>
              <a:gd name="connsiteX51" fmla="*/ 7300452 w 8922774"/>
              <a:gd name="connsiteY51" fmla="*/ 0 h 9483213"/>
              <a:gd name="connsiteX52" fmla="*/ 2713703 w 8922774"/>
              <a:gd name="connsiteY52" fmla="*/ 1032387 h 9483213"/>
              <a:gd name="connsiteX0" fmla="*/ 6002594 w 8922774"/>
              <a:gd name="connsiteY0" fmla="*/ 58994 h 9483213"/>
              <a:gd name="connsiteX1" fmla="*/ 6533536 w 8922774"/>
              <a:gd name="connsiteY1" fmla="*/ 14748 h 9483213"/>
              <a:gd name="connsiteX2" fmla="*/ 6946490 w 8922774"/>
              <a:gd name="connsiteY2" fmla="*/ 14748 h 9483213"/>
              <a:gd name="connsiteX3" fmla="*/ 7300452 w 8922774"/>
              <a:gd name="connsiteY3" fmla="*/ 0 h 9483213"/>
              <a:gd name="connsiteX4" fmla="*/ 2713703 w 8922774"/>
              <a:gd name="connsiteY4" fmla="*/ 1032387 h 9483213"/>
              <a:gd name="connsiteX5" fmla="*/ 3097161 w 8922774"/>
              <a:gd name="connsiteY5" fmla="*/ 840658 h 9483213"/>
              <a:gd name="connsiteX6" fmla="*/ 3657600 w 8922774"/>
              <a:gd name="connsiteY6" fmla="*/ 619432 h 9483213"/>
              <a:gd name="connsiteX7" fmla="*/ 6046839 w 8922774"/>
              <a:gd name="connsiteY7" fmla="*/ 58994 h 9483213"/>
              <a:gd name="connsiteX8" fmla="*/ 6607277 w 8922774"/>
              <a:gd name="connsiteY8" fmla="*/ 14748 h 9483213"/>
              <a:gd name="connsiteX9" fmla="*/ 7034981 w 8922774"/>
              <a:gd name="connsiteY9" fmla="*/ 0 h 9483213"/>
              <a:gd name="connsiteX10" fmla="*/ 7344697 w 8922774"/>
              <a:gd name="connsiteY10" fmla="*/ 0 h 9483213"/>
              <a:gd name="connsiteX11" fmla="*/ 8922774 w 8922774"/>
              <a:gd name="connsiteY11" fmla="*/ 1415845 h 9483213"/>
              <a:gd name="connsiteX12" fmla="*/ 7197213 w 8922774"/>
              <a:gd name="connsiteY12" fmla="*/ 2861187 h 9483213"/>
              <a:gd name="connsiteX13" fmla="*/ 7020232 w 8922774"/>
              <a:gd name="connsiteY13" fmla="*/ 2861187 h 9483213"/>
              <a:gd name="connsiteX14" fmla="*/ 6769510 w 8922774"/>
              <a:gd name="connsiteY14" fmla="*/ 2875936 h 9483213"/>
              <a:gd name="connsiteX15" fmla="*/ 6533536 w 8922774"/>
              <a:gd name="connsiteY15" fmla="*/ 2934929 h 9483213"/>
              <a:gd name="connsiteX16" fmla="*/ 6297561 w 8922774"/>
              <a:gd name="connsiteY16" fmla="*/ 2979174 h 9483213"/>
              <a:gd name="connsiteX17" fmla="*/ 6046839 w 8922774"/>
              <a:gd name="connsiteY17" fmla="*/ 3067665 h 9483213"/>
              <a:gd name="connsiteX18" fmla="*/ 5722374 w 8922774"/>
              <a:gd name="connsiteY18" fmla="*/ 3215148 h 9483213"/>
              <a:gd name="connsiteX19" fmla="*/ 5456903 w 8922774"/>
              <a:gd name="connsiteY19" fmla="*/ 3362632 h 9483213"/>
              <a:gd name="connsiteX20" fmla="*/ 5220929 w 8922774"/>
              <a:gd name="connsiteY20" fmla="*/ 3569110 h 9483213"/>
              <a:gd name="connsiteX21" fmla="*/ 4999703 w 8922774"/>
              <a:gd name="connsiteY21" fmla="*/ 3805084 h 9483213"/>
              <a:gd name="connsiteX22" fmla="*/ 4778477 w 8922774"/>
              <a:gd name="connsiteY22" fmla="*/ 4129548 h 9483213"/>
              <a:gd name="connsiteX23" fmla="*/ 4660490 w 8922774"/>
              <a:gd name="connsiteY23" fmla="*/ 4483510 h 9483213"/>
              <a:gd name="connsiteX24" fmla="*/ 4645742 w 8922774"/>
              <a:gd name="connsiteY24" fmla="*/ 4911213 h 9483213"/>
              <a:gd name="connsiteX25" fmla="*/ 4719484 w 8922774"/>
              <a:gd name="connsiteY25" fmla="*/ 5294671 h 9483213"/>
              <a:gd name="connsiteX26" fmla="*/ 4793226 w 8922774"/>
              <a:gd name="connsiteY26" fmla="*/ 5427407 h 9483213"/>
              <a:gd name="connsiteX27" fmla="*/ 4970206 w 8922774"/>
              <a:gd name="connsiteY27" fmla="*/ 5722374 h 9483213"/>
              <a:gd name="connsiteX28" fmla="*/ 5279923 w 8922774"/>
              <a:gd name="connsiteY28" fmla="*/ 6061587 h 9483213"/>
              <a:gd name="connsiteX29" fmla="*/ 5648632 w 8922774"/>
              <a:gd name="connsiteY29" fmla="*/ 6297561 h 9483213"/>
              <a:gd name="connsiteX30" fmla="*/ 6150077 w 8922774"/>
              <a:gd name="connsiteY30" fmla="*/ 6533536 h 9483213"/>
              <a:gd name="connsiteX31" fmla="*/ 6518787 w 8922774"/>
              <a:gd name="connsiteY31" fmla="*/ 6622026 h 9483213"/>
              <a:gd name="connsiteX32" fmla="*/ 6902245 w 8922774"/>
              <a:gd name="connsiteY32" fmla="*/ 6710516 h 9483213"/>
              <a:gd name="connsiteX33" fmla="*/ 7182465 w 8922774"/>
              <a:gd name="connsiteY33" fmla="*/ 6695768 h 9483213"/>
              <a:gd name="connsiteX34" fmla="*/ 5707626 w 8922774"/>
              <a:gd name="connsiteY34" fmla="*/ 7978878 h 9483213"/>
              <a:gd name="connsiteX35" fmla="*/ 7315200 w 8922774"/>
              <a:gd name="connsiteY35" fmla="*/ 9483213 h 9483213"/>
              <a:gd name="connsiteX36" fmla="*/ 6061587 w 8922774"/>
              <a:gd name="connsiteY36" fmla="*/ 9409471 h 9483213"/>
              <a:gd name="connsiteX37" fmla="*/ 4572000 w 8922774"/>
              <a:gd name="connsiteY37" fmla="*/ 9144000 h 9483213"/>
              <a:gd name="connsiteX38" fmla="*/ 3156155 w 8922774"/>
              <a:gd name="connsiteY38" fmla="*/ 8642555 h 9483213"/>
              <a:gd name="connsiteX39" fmla="*/ 1932039 w 8922774"/>
              <a:gd name="connsiteY39" fmla="*/ 7964129 h 9483213"/>
              <a:gd name="connsiteX40" fmla="*/ 1061884 w 8922774"/>
              <a:gd name="connsiteY40" fmla="*/ 7226710 h 9483213"/>
              <a:gd name="connsiteX41" fmla="*/ 530942 w 8922774"/>
              <a:gd name="connsiteY41" fmla="*/ 6533536 h 9483213"/>
              <a:gd name="connsiteX42" fmla="*/ 162232 w 8922774"/>
              <a:gd name="connsiteY42" fmla="*/ 5751871 h 9483213"/>
              <a:gd name="connsiteX43" fmla="*/ 0 w 8922774"/>
              <a:gd name="connsiteY43" fmla="*/ 4984955 h 9483213"/>
              <a:gd name="connsiteX44" fmla="*/ 29497 w 8922774"/>
              <a:gd name="connsiteY44" fmla="*/ 4100052 h 9483213"/>
              <a:gd name="connsiteX45" fmla="*/ 294968 w 8922774"/>
              <a:gd name="connsiteY45" fmla="*/ 3347884 h 9483213"/>
              <a:gd name="connsiteX46" fmla="*/ 648929 w 8922774"/>
              <a:gd name="connsiteY46" fmla="*/ 2728452 h 9483213"/>
              <a:gd name="connsiteX47" fmla="*/ 1165123 w 8922774"/>
              <a:gd name="connsiteY47" fmla="*/ 2138516 h 9483213"/>
              <a:gd name="connsiteX48" fmla="*/ 1681316 w 8922774"/>
              <a:gd name="connsiteY48" fmla="*/ 1681316 h 9483213"/>
              <a:gd name="connsiteX49" fmla="*/ 2286000 w 8922774"/>
              <a:gd name="connsiteY49" fmla="*/ 1268361 h 9483213"/>
              <a:gd name="connsiteX50" fmla="*/ 2875936 w 8922774"/>
              <a:gd name="connsiteY50" fmla="*/ 943897 h 9483213"/>
              <a:gd name="connsiteX51" fmla="*/ 3687097 w 8922774"/>
              <a:gd name="connsiteY51" fmla="*/ 604684 h 9483213"/>
              <a:gd name="connsiteX52" fmla="*/ 6094034 w 8922774"/>
              <a:gd name="connsiteY52" fmla="*/ 150434 h 9483213"/>
              <a:gd name="connsiteX0" fmla="*/ 6002594 w 8922774"/>
              <a:gd name="connsiteY0" fmla="*/ 58994 h 9483213"/>
              <a:gd name="connsiteX1" fmla="*/ 6533536 w 8922774"/>
              <a:gd name="connsiteY1" fmla="*/ 14748 h 9483213"/>
              <a:gd name="connsiteX2" fmla="*/ 6946490 w 8922774"/>
              <a:gd name="connsiteY2" fmla="*/ 14748 h 9483213"/>
              <a:gd name="connsiteX3" fmla="*/ 7300452 w 8922774"/>
              <a:gd name="connsiteY3" fmla="*/ 0 h 9483213"/>
              <a:gd name="connsiteX4" fmla="*/ 2713703 w 8922774"/>
              <a:gd name="connsiteY4" fmla="*/ 1032387 h 9483213"/>
              <a:gd name="connsiteX5" fmla="*/ 3097161 w 8922774"/>
              <a:gd name="connsiteY5" fmla="*/ 840658 h 9483213"/>
              <a:gd name="connsiteX6" fmla="*/ 3657600 w 8922774"/>
              <a:gd name="connsiteY6" fmla="*/ 619432 h 9483213"/>
              <a:gd name="connsiteX7" fmla="*/ 6046839 w 8922774"/>
              <a:gd name="connsiteY7" fmla="*/ 58994 h 9483213"/>
              <a:gd name="connsiteX8" fmla="*/ 6607277 w 8922774"/>
              <a:gd name="connsiteY8" fmla="*/ 14748 h 9483213"/>
              <a:gd name="connsiteX9" fmla="*/ 7034981 w 8922774"/>
              <a:gd name="connsiteY9" fmla="*/ 0 h 9483213"/>
              <a:gd name="connsiteX10" fmla="*/ 7344697 w 8922774"/>
              <a:gd name="connsiteY10" fmla="*/ 0 h 9483213"/>
              <a:gd name="connsiteX11" fmla="*/ 8922774 w 8922774"/>
              <a:gd name="connsiteY11" fmla="*/ 1415845 h 9483213"/>
              <a:gd name="connsiteX12" fmla="*/ 7197213 w 8922774"/>
              <a:gd name="connsiteY12" fmla="*/ 2861187 h 9483213"/>
              <a:gd name="connsiteX13" fmla="*/ 7020232 w 8922774"/>
              <a:gd name="connsiteY13" fmla="*/ 2861187 h 9483213"/>
              <a:gd name="connsiteX14" fmla="*/ 6769510 w 8922774"/>
              <a:gd name="connsiteY14" fmla="*/ 2875936 h 9483213"/>
              <a:gd name="connsiteX15" fmla="*/ 6533536 w 8922774"/>
              <a:gd name="connsiteY15" fmla="*/ 2934929 h 9483213"/>
              <a:gd name="connsiteX16" fmla="*/ 6297561 w 8922774"/>
              <a:gd name="connsiteY16" fmla="*/ 2979174 h 9483213"/>
              <a:gd name="connsiteX17" fmla="*/ 6046839 w 8922774"/>
              <a:gd name="connsiteY17" fmla="*/ 3067665 h 9483213"/>
              <a:gd name="connsiteX18" fmla="*/ 5722374 w 8922774"/>
              <a:gd name="connsiteY18" fmla="*/ 3215148 h 9483213"/>
              <a:gd name="connsiteX19" fmla="*/ 5456903 w 8922774"/>
              <a:gd name="connsiteY19" fmla="*/ 3362632 h 9483213"/>
              <a:gd name="connsiteX20" fmla="*/ 5220929 w 8922774"/>
              <a:gd name="connsiteY20" fmla="*/ 3569110 h 9483213"/>
              <a:gd name="connsiteX21" fmla="*/ 4999703 w 8922774"/>
              <a:gd name="connsiteY21" fmla="*/ 3805084 h 9483213"/>
              <a:gd name="connsiteX22" fmla="*/ 4778477 w 8922774"/>
              <a:gd name="connsiteY22" fmla="*/ 4129548 h 9483213"/>
              <a:gd name="connsiteX23" fmla="*/ 4660490 w 8922774"/>
              <a:gd name="connsiteY23" fmla="*/ 4483510 h 9483213"/>
              <a:gd name="connsiteX24" fmla="*/ 4645742 w 8922774"/>
              <a:gd name="connsiteY24" fmla="*/ 4911213 h 9483213"/>
              <a:gd name="connsiteX25" fmla="*/ 4719484 w 8922774"/>
              <a:gd name="connsiteY25" fmla="*/ 5294671 h 9483213"/>
              <a:gd name="connsiteX26" fmla="*/ 4793226 w 8922774"/>
              <a:gd name="connsiteY26" fmla="*/ 5427407 h 9483213"/>
              <a:gd name="connsiteX27" fmla="*/ 4970206 w 8922774"/>
              <a:gd name="connsiteY27" fmla="*/ 5722374 h 9483213"/>
              <a:gd name="connsiteX28" fmla="*/ 5279923 w 8922774"/>
              <a:gd name="connsiteY28" fmla="*/ 6061587 h 9483213"/>
              <a:gd name="connsiteX29" fmla="*/ 5648632 w 8922774"/>
              <a:gd name="connsiteY29" fmla="*/ 6297561 h 9483213"/>
              <a:gd name="connsiteX30" fmla="*/ 6150077 w 8922774"/>
              <a:gd name="connsiteY30" fmla="*/ 6533536 h 9483213"/>
              <a:gd name="connsiteX31" fmla="*/ 6518787 w 8922774"/>
              <a:gd name="connsiteY31" fmla="*/ 6622026 h 9483213"/>
              <a:gd name="connsiteX32" fmla="*/ 6902245 w 8922774"/>
              <a:gd name="connsiteY32" fmla="*/ 6710516 h 9483213"/>
              <a:gd name="connsiteX33" fmla="*/ 7182465 w 8922774"/>
              <a:gd name="connsiteY33" fmla="*/ 6695768 h 9483213"/>
              <a:gd name="connsiteX34" fmla="*/ 5707626 w 8922774"/>
              <a:gd name="connsiteY34" fmla="*/ 7978878 h 9483213"/>
              <a:gd name="connsiteX35" fmla="*/ 7315200 w 8922774"/>
              <a:gd name="connsiteY35" fmla="*/ 9483213 h 9483213"/>
              <a:gd name="connsiteX36" fmla="*/ 6061587 w 8922774"/>
              <a:gd name="connsiteY36" fmla="*/ 9409471 h 9483213"/>
              <a:gd name="connsiteX37" fmla="*/ 4572000 w 8922774"/>
              <a:gd name="connsiteY37" fmla="*/ 9144000 h 9483213"/>
              <a:gd name="connsiteX38" fmla="*/ 3156155 w 8922774"/>
              <a:gd name="connsiteY38" fmla="*/ 8642555 h 9483213"/>
              <a:gd name="connsiteX39" fmla="*/ 1932039 w 8922774"/>
              <a:gd name="connsiteY39" fmla="*/ 7964129 h 9483213"/>
              <a:gd name="connsiteX40" fmla="*/ 1061884 w 8922774"/>
              <a:gd name="connsiteY40" fmla="*/ 7226710 h 9483213"/>
              <a:gd name="connsiteX41" fmla="*/ 530942 w 8922774"/>
              <a:gd name="connsiteY41" fmla="*/ 6533536 h 9483213"/>
              <a:gd name="connsiteX42" fmla="*/ 162232 w 8922774"/>
              <a:gd name="connsiteY42" fmla="*/ 5751871 h 9483213"/>
              <a:gd name="connsiteX43" fmla="*/ 0 w 8922774"/>
              <a:gd name="connsiteY43" fmla="*/ 4984955 h 9483213"/>
              <a:gd name="connsiteX44" fmla="*/ 29497 w 8922774"/>
              <a:gd name="connsiteY44" fmla="*/ 4100052 h 9483213"/>
              <a:gd name="connsiteX45" fmla="*/ 294968 w 8922774"/>
              <a:gd name="connsiteY45" fmla="*/ 3347884 h 9483213"/>
              <a:gd name="connsiteX46" fmla="*/ 648929 w 8922774"/>
              <a:gd name="connsiteY46" fmla="*/ 2728452 h 9483213"/>
              <a:gd name="connsiteX47" fmla="*/ 1165123 w 8922774"/>
              <a:gd name="connsiteY47" fmla="*/ 2138516 h 9483213"/>
              <a:gd name="connsiteX48" fmla="*/ 1681316 w 8922774"/>
              <a:gd name="connsiteY48" fmla="*/ 1681316 h 9483213"/>
              <a:gd name="connsiteX49" fmla="*/ 2286000 w 8922774"/>
              <a:gd name="connsiteY49" fmla="*/ 1268361 h 9483213"/>
              <a:gd name="connsiteX50" fmla="*/ 2875936 w 8922774"/>
              <a:gd name="connsiteY50" fmla="*/ 943897 h 9483213"/>
              <a:gd name="connsiteX51" fmla="*/ 3687097 w 8922774"/>
              <a:gd name="connsiteY51" fmla="*/ 604684 h 9483213"/>
              <a:gd name="connsiteX0" fmla="*/ 6002594 w 8922774"/>
              <a:gd name="connsiteY0" fmla="*/ 58994 h 9483213"/>
              <a:gd name="connsiteX1" fmla="*/ 6533536 w 8922774"/>
              <a:gd name="connsiteY1" fmla="*/ 14748 h 9483213"/>
              <a:gd name="connsiteX2" fmla="*/ 6946490 w 8922774"/>
              <a:gd name="connsiteY2" fmla="*/ 14748 h 9483213"/>
              <a:gd name="connsiteX3" fmla="*/ 7300452 w 8922774"/>
              <a:gd name="connsiteY3" fmla="*/ 0 h 9483213"/>
              <a:gd name="connsiteX4" fmla="*/ 2713703 w 8922774"/>
              <a:gd name="connsiteY4" fmla="*/ 1032387 h 9483213"/>
              <a:gd name="connsiteX5" fmla="*/ 3097161 w 8922774"/>
              <a:gd name="connsiteY5" fmla="*/ 840658 h 9483213"/>
              <a:gd name="connsiteX6" fmla="*/ 3657600 w 8922774"/>
              <a:gd name="connsiteY6" fmla="*/ 619432 h 9483213"/>
              <a:gd name="connsiteX7" fmla="*/ 6607277 w 8922774"/>
              <a:gd name="connsiteY7" fmla="*/ 14748 h 9483213"/>
              <a:gd name="connsiteX8" fmla="*/ 7034981 w 8922774"/>
              <a:gd name="connsiteY8" fmla="*/ 0 h 9483213"/>
              <a:gd name="connsiteX9" fmla="*/ 7344697 w 8922774"/>
              <a:gd name="connsiteY9" fmla="*/ 0 h 9483213"/>
              <a:gd name="connsiteX10" fmla="*/ 8922774 w 8922774"/>
              <a:gd name="connsiteY10" fmla="*/ 1415845 h 9483213"/>
              <a:gd name="connsiteX11" fmla="*/ 7197213 w 8922774"/>
              <a:gd name="connsiteY11" fmla="*/ 2861187 h 9483213"/>
              <a:gd name="connsiteX12" fmla="*/ 7020232 w 8922774"/>
              <a:gd name="connsiteY12" fmla="*/ 2861187 h 9483213"/>
              <a:gd name="connsiteX13" fmla="*/ 6769510 w 8922774"/>
              <a:gd name="connsiteY13" fmla="*/ 2875936 h 9483213"/>
              <a:gd name="connsiteX14" fmla="*/ 6533536 w 8922774"/>
              <a:gd name="connsiteY14" fmla="*/ 2934929 h 9483213"/>
              <a:gd name="connsiteX15" fmla="*/ 6297561 w 8922774"/>
              <a:gd name="connsiteY15" fmla="*/ 2979174 h 9483213"/>
              <a:gd name="connsiteX16" fmla="*/ 6046839 w 8922774"/>
              <a:gd name="connsiteY16" fmla="*/ 3067665 h 9483213"/>
              <a:gd name="connsiteX17" fmla="*/ 5722374 w 8922774"/>
              <a:gd name="connsiteY17" fmla="*/ 3215148 h 9483213"/>
              <a:gd name="connsiteX18" fmla="*/ 5456903 w 8922774"/>
              <a:gd name="connsiteY18" fmla="*/ 3362632 h 9483213"/>
              <a:gd name="connsiteX19" fmla="*/ 5220929 w 8922774"/>
              <a:gd name="connsiteY19" fmla="*/ 3569110 h 9483213"/>
              <a:gd name="connsiteX20" fmla="*/ 4999703 w 8922774"/>
              <a:gd name="connsiteY20" fmla="*/ 3805084 h 9483213"/>
              <a:gd name="connsiteX21" fmla="*/ 4778477 w 8922774"/>
              <a:gd name="connsiteY21" fmla="*/ 4129548 h 9483213"/>
              <a:gd name="connsiteX22" fmla="*/ 4660490 w 8922774"/>
              <a:gd name="connsiteY22" fmla="*/ 4483510 h 9483213"/>
              <a:gd name="connsiteX23" fmla="*/ 4645742 w 8922774"/>
              <a:gd name="connsiteY23" fmla="*/ 4911213 h 9483213"/>
              <a:gd name="connsiteX24" fmla="*/ 4719484 w 8922774"/>
              <a:gd name="connsiteY24" fmla="*/ 5294671 h 9483213"/>
              <a:gd name="connsiteX25" fmla="*/ 4793226 w 8922774"/>
              <a:gd name="connsiteY25" fmla="*/ 5427407 h 9483213"/>
              <a:gd name="connsiteX26" fmla="*/ 4970206 w 8922774"/>
              <a:gd name="connsiteY26" fmla="*/ 5722374 h 9483213"/>
              <a:gd name="connsiteX27" fmla="*/ 5279923 w 8922774"/>
              <a:gd name="connsiteY27" fmla="*/ 6061587 h 9483213"/>
              <a:gd name="connsiteX28" fmla="*/ 5648632 w 8922774"/>
              <a:gd name="connsiteY28" fmla="*/ 6297561 h 9483213"/>
              <a:gd name="connsiteX29" fmla="*/ 6150077 w 8922774"/>
              <a:gd name="connsiteY29" fmla="*/ 6533536 h 9483213"/>
              <a:gd name="connsiteX30" fmla="*/ 6518787 w 8922774"/>
              <a:gd name="connsiteY30" fmla="*/ 6622026 h 9483213"/>
              <a:gd name="connsiteX31" fmla="*/ 6902245 w 8922774"/>
              <a:gd name="connsiteY31" fmla="*/ 6710516 h 9483213"/>
              <a:gd name="connsiteX32" fmla="*/ 7182465 w 8922774"/>
              <a:gd name="connsiteY32" fmla="*/ 6695768 h 9483213"/>
              <a:gd name="connsiteX33" fmla="*/ 5707626 w 8922774"/>
              <a:gd name="connsiteY33" fmla="*/ 7978878 h 9483213"/>
              <a:gd name="connsiteX34" fmla="*/ 7315200 w 8922774"/>
              <a:gd name="connsiteY34" fmla="*/ 9483213 h 9483213"/>
              <a:gd name="connsiteX35" fmla="*/ 6061587 w 8922774"/>
              <a:gd name="connsiteY35" fmla="*/ 9409471 h 9483213"/>
              <a:gd name="connsiteX36" fmla="*/ 4572000 w 8922774"/>
              <a:gd name="connsiteY36" fmla="*/ 9144000 h 9483213"/>
              <a:gd name="connsiteX37" fmla="*/ 3156155 w 8922774"/>
              <a:gd name="connsiteY37" fmla="*/ 8642555 h 9483213"/>
              <a:gd name="connsiteX38" fmla="*/ 1932039 w 8922774"/>
              <a:gd name="connsiteY38" fmla="*/ 7964129 h 9483213"/>
              <a:gd name="connsiteX39" fmla="*/ 1061884 w 8922774"/>
              <a:gd name="connsiteY39" fmla="*/ 7226710 h 9483213"/>
              <a:gd name="connsiteX40" fmla="*/ 530942 w 8922774"/>
              <a:gd name="connsiteY40" fmla="*/ 6533536 h 9483213"/>
              <a:gd name="connsiteX41" fmla="*/ 162232 w 8922774"/>
              <a:gd name="connsiteY41" fmla="*/ 5751871 h 9483213"/>
              <a:gd name="connsiteX42" fmla="*/ 0 w 8922774"/>
              <a:gd name="connsiteY42" fmla="*/ 4984955 h 9483213"/>
              <a:gd name="connsiteX43" fmla="*/ 29497 w 8922774"/>
              <a:gd name="connsiteY43" fmla="*/ 4100052 h 9483213"/>
              <a:gd name="connsiteX44" fmla="*/ 294968 w 8922774"/>
              <a:gd name="connsiteY44" fmla="*/ 3347884 h 9483213"/>
              <a:gd name="connsiteX45" fmla="*/ 648929 w 8922774"/>
              <a:gd name="connsiteY45" fmla="*/ 2728452 h 9483213"/>
              <a:gd name="connsiteX46" fmla="*/ 1165123 w 8922774"/>
              <a:gd name="connsiteY46" fmla="*/ 2138516 h 9483213"/>
              <a:gd name="connsiteX47" fmla="*/ 1681316 w 8922774"/>
              <a:gd name="connsiteY47" fmla="*/ 1681316 h 9483213"/>
              <a:gd name="connsiteX48" fmla="*/ 2286000 w 8922774"/>
              <a:gd name="connsiteY48" fmla="*/ 1268361 h 9483213"/>
              <a:gd name="connsiteX49" fmla="*/ 2875936 w 8922774"/>
              <a:gd name="connsiteY49" fmla="*/ 943897 h 9483213"/>
              <a:gd name="connsiteX50" fmla="*/ 3687097 w 8922774"/>
              <a:gd name="connsiteY50" fmla="*/ 604684 h 9483213"/>
              <a:gd name="connsiteX0" fmla="*/ 6002594 w 8922774"/>
              <a:gd name="connsiteY0" fmla="*/ 58994 h 9483213"/>
              <a:gd name="connsiteX1" fmla="*/ 6946490 w 8922774"/>
              <a:gd name="connsiteY1" fmla="*/ 14748 h 9483213"/>
              <a:gd name="connsiteX2" fmla="*/ 7300452 w 8922774"/>
              <a:gd name="connsiteY2" fmla="*/ 0 h 9483213"/>
              <a:gd name="connsiteX3" fmla="*/ 2713703 w 8922774"/>
              <a:gd name="connsiteY3" fmla="*/ 1032387 h 9483213"/>
              <a:gd name="connsiteX4" fmla="*/ 3097161 w 8922774"/>
              <a:gd name="connsiteY4" fmla="*/ 840658 h 9483213"/>
              <a:gd name="connsiteX5" fmla="*/ 3657600 w 8922774"/>
              <a:gd name="connsiteY5" fmla="*/ 619432 h 9483213"/>
              <a:gd name="connsiteX6" fmla="*/ 6607277 w 8922774"/>
              <a:gd name="connsiteY6" fmla="*/ 14748 h 9483213"/>
              <a:gd name="connsiteX7" fmla="*/ 7034981 w 8922774"/>
              <a:gd name="connsiteY7" fmla="*/ 0 h 9483213"/>
              <a:gd name="connsiteX8" fmla="*/ 7344697 w 8922774"/>
              <a:gd name="connsiteY8" fmla="*/ 0 h 9483213"/>
              <a:gd name="connsiteX9" fmla="*/ 8922774 w 8922774"/>
              <a:gd name="connsiteY9" fmla="*/ 1415845 h 9483213"/>
              <a:gd name="connsiteX10" fmla="*/ 7197213 w 8922774"/>
              <a:gd name="connsiteY10" fmla="*/ 2861187 h 9483213"/>
              <a:gd name="connsiteX11" fmla="*/ 7020232 w 8922774"/>
              <a:gd name="connsiteY11" fmla="*/ 2861187 h 9483213"/>
              <a:gd name="connsiteX12" fmla="*/ 6769510 w 8922774"/>
              <a:gd name="connsiteY12" fmla="*/ 2875936 h 9483213"/>
              <a:gd name="connsiteX13" fmla="*/ 6533536 w 8922774"/>
              <a:gd name="connsiteY13" fmla="*/ 2934929 h 9483213"/>
              <a:gd name="connsiteX14" fmla="*/ 6297561 w 8922774"/>
              <a:gd name="connsiteY14" fmla="*/ 2979174 h 9483213"/>
              <a:gd name="connsiteX15" fmla="*/ 6046839 w 8922774"/>
              <a:gd name="connsiteY15" fmla="*/ 3067665 h 9483213"/>
              <a:gd name="connsiteX16" fmla="*/ 5722374 w 8922774"/>
              <a:gd name="connsiteY16" fmla="*/ 3215148 h 9483213"/>
              <a:gd name="connsiteX17" fmla="*/ 5456903 w 8922774"/>
              <a:gd name="connsiteY17" fmla="*/ 3362632 h 9483213"/>
              <a:gd name="connsiteX18" fmla="*/ 5220929 w 8922774"/>
              <a:gd name="connsiteY18" fmla="*/ 3569110 h 9483213"/>
              <a:gd name="connsiteX19" fmla="*/ 4999703 w 8922774"/>
              <a:gd name="connsiteY19" fmla="*/ 3805084 h 9483213"/>
              <a:gd name="connsiteX20" fmla="*/ 4778477 w 8922774"/>
              <a:gd name="connsiteY20" fmla="*/ 4129548 h 9483213"/>
              <a:gd name="connsiteX21" fmla="*/ 4660490 w 8922774"/>
              <a:gd name="connsiteY21" fmla="*/ 4483510 h 9483213"/>
              <a:gd name="connsiteX22" fmla="*/ 4645742 w 8922774"/>
              <a:gd name="connsiteY22" fmla="*/ 4911213 h 9483213"/>
              <a:gd name="connsiteX23" fmla="*/ 4719484 w 8922774"/>
              <a:gd name="connsiteY23" fmla="*/ 5294671 h 9483213"/>
              <a:gd name="connsiteX24" fmla="*/ 4793226 w 8922774"/>
              <a:gd name="connsiteY24" fmla="*/ 5427407 h 9483213"/>
              <a:gd name="connsiteX25" fmla="*/ 4970206 w 8922774"/>
              <a:gd name="connsiteY25" fmla="*/ 5722374 h 9483213"/>
              <a:gd name="connsiteX26" fmla="*/ 5279923 w 8922774"/>
              <a:gd name="connsiteY26" fmla="*/ 6061587 h 9483213"/>
              <a:gd name="connsiteX27" fmla="*/ 5648632 w 8922774"/>
              <a:gd name="connsiteY27" fmla="*/ 6297561 h 9483213"/>
              <a:gd name="connsiteX28" fmla="*/ 6150077 w 8922774"/>
              <a:gd name="connsiteY28" fmla="*/ 6533536 h 9483213"/>
              <a:gd name="connsiteX29" fmla="*/ 6518787 w 8922774"/>
              <a:gd name="connsiteY29" fmla="*/ 6622026 h 9483213"/>
              <a:gd name="connsiteX30" fmla="*/ 6902245 w 8922774"/>
              <a:gd name="connsiteY30" fmla="*/ 6710516 h 9483213"/>
              <a:gd name="connsiteX31" fmla="*/ 7182465 w 8922774"/>
              <a:gd name="connsiteY31" fmla="*/ 6695768 h 9483213"/>
              <a:gd name="connsiteX32" fmla="*/ 5707626 w 8922774"/>
              <a:gd name="connsiteY32" fmla="*/ 7978878 h 9483213"/>
              <a:gd name="connsiteX33" fmla="*/ 7315200 w 8922774"/>
              <a:gd name="connsiteY33" fmla="*/ 9483213 h 9483213"/>
              <a:gd name="connsiteX34" fmla="*/ 6061587 w 8922774"/>
              <a:gd name="connsiteY34" fmla="*/ 9409471 h 9483213"/>
              <a:gd name="connsiteX35" fmla="*/ 4572000 w 8922774"/>
              <a:gd name="connsiteY35" fmla="*/ 9144000 h 9483213"/>
              <a:gd name="connsiteX36" fmla="*/ 3156155 w 8922774"/>
              <a:gd name="connsiteY36" fmla="*/ 8642555 h 9483213"/>
              <a:gd name="connsiteX37" fmla="*/ 1932039 w 8922774"/>
              <a:gd name="connsiteY37" fmla="*/ 7964129 h 9483213"/>
              <a:gd name="connsiteX38" fmla="*/ 1061884 w 8922774"/>
              <a:gd name="connsiteY38" fmla="*/ 7226710 h 9483213"/>
              <a:gd name="connsiteX39" fmla="*/ 530942 w 8922774"/>
              <a:gd name="connsiteY39" fmla="*/ 6533536 h 9483213"/>
              <a:gd name="connsiteX40" fmla="*/ 162232 w 8922774"/>
              <a:gd name="connsiteY40" fmla="*/ 5751871 h 9483213"/>
              <a:gd name="connsiteX41" fmla="*/ 0 w 8922774"/>
              <a:gd name="connsiteY41" fmla="*/ 4984955 h 9483213"/>
              <a:gd name="connsiteX42" fmla="*/ 29497 w 8922774"/>
              <a:gd name="connsiteY42" fmla="*/ 4100052 h 9483213"/>
              <a:gd name="connsiteX43" fmla="*/ 294968 w 8922774"/>
              <a:gd name="connsiteY43" fmla="*/ 3347884 h 9483213"/>
              <a:gd name="connsiteX44" fmla="*/ 648929 w 8922774"/>
              <a:gd name="connsiteY44" fmla="*/ 2728452 h 9483213"/>
              <a:gd name="connsiteX45" fmla="*/ 1165123 w 8922774"/>
              <a:gd name="connsiteY45" fmla="*/ 2138516 h 9483213"/>
              <a:gd name="connsiteX46" fmla="*/ 1681316 w 8922774"/>
              <a:gd name="connsiteY46" fmla="*/ 1681316 h 9483213"/>
              <a:gd name="connsiteX47" fmla="*/ 2286000 w 8922774"/>
              <a:gd name="connsiteY47" fmla="*/ 1268361 h 9483213"/>
              <a:gd name="connsiteX48" fmla="*/ 2875936 w 8922774"/>
              <a:gd name="connsiteY48" fmla="*/ 943897 h 9483213"/>
              <a:gd name="connsiteX49" fmla="*/ 3687097 w 8922774"/>
              <a:gd name="connsiteY49" fmla="*/ 604684 h 9483213"/>
              <a:gd name="connsiteX0" fmla="*/ 6002594 w 8922774"/>
              <a:gd name="connsiteY0" fmla="*/ 58994 h 9483213"/>
              <a:gd name="connsiteX1" fmla="*/ 6946490 w 8922774"/>
              <a:gd name="connsiteY1" fmla="*/ 14748 h 9483213"/>
              <a:gd name="connsiteX2" fmla="*/ 7300452 w 8922774"/>
              <a:gd name="connsiteY2" fmla="*/ 0 h 9483213"/>
              <a:gd name="connsiteX3" fmla="*/ 2713703 w 8922774"/>
              <a:gd name="connsiteY3" fmla="*/ 1032387 h 9483213"/>
              <a:gd name="connsiteX4" fmla="*/ 3097161 w 8922774"/>
              <a:gd name="connsiteY4" fmla="*/ 840658 h 9483213"/>
              <a:gd name="connsiteX5" fmla="*/ 3657600 w 8922774"/>
              <a:gd name="connsiteY5" fmla="*/ 619432 h 9483213"/>
              <a:gd name="connsiteX6" fmla="*/ 6607277 w 8922774"/>
              <a:gd name="connsiteY6" fmla="*/ 14748 h 9483213"/>
              <a:gd name="connsiteX7" fmla="*/ 7034981 w 8922774"/>
              <a:gd name="connsiteY7" fmla="*/ 0 h 9483213"/>
              <a:gd name="connsiteX8" fmla="*/ 7344697 w 8922774"/>
              <a:gd name="connsiteY8" fmla="*/ 0 h 9483213"/>
              <a:gd name="connsiteX9" fmla="*/ 8922774 w 8922774"/>
              <a:gd name="connsiteY9" fmla="*/ 1415845 h 9483213"/>
              <a:gd name="connsiteX10" fmla="*/ 7197213 w 8922774"/>
              <a:gd name="connsiteY10" fmla="*/ 2861187 h 9483213"/>
              <a:gd name="connsiteX11" fmla="*/ 7020232 w 8922774"/>
              <a:gd name="connsiteY11" fmla="*/ 2861187 h 9483213"/>
              <a:gd name="connsiteX12" fmla="*/ 6769510 w 8922774"/>
              <a:gd name="connsiteY12" fmla="*/ 2875936 h 9483213"/>
              <a:gd name="connsiteX13" fmla="*/ 6533536 w 8922774"/>
              <a:gd name="connsiteY13" fmla="*/ 2934929 h 9483213"/>
              <a:gd name="connsiteX14" fmla="*/ 6297561 w 8922774"/>
              <a:gd name="connsiteY14" fmla="*/ 2979174 h 9483213"/>
              <a:gd name="connsiteX15" fmla="*/ 6046839 w 8922774"/>
              <a:gd name="connsiteY15" fmla="*/ 3067665 h 9483213"/>
              <a:gd name="connsiteX16" fmla="*/ 5722374 w 8922774"/>
              <a:gd name="connsiteY16" fmla="*/ 3215148 h 9483213"/>
              <a:gd name="connsiteX17" fmla="*/ 5456903 w 8922774"/>
              <a:gd name="connsiteY17" fmla="*/ 3362632 h 9483213"/>
              <a:gd name="connsiteX18" fmla="*/ 5220929 w 8922774"/>
              <a:gd name="connsiteY18" fmla="*/ 3569110 h 9483213"/>
              <a:gd name="connsiteX19" fmla="*/ 4999703 w 8922774"/>
              <a:gd name="connsiteY19" fmla="*/ 3805084 h 9483213"/>
              <a:gd name="connsiteX20" fmla="*/ 4778477 w 8922774"/>
              <a:gd name="connsiteY20" fmla="*/ 4129548 h 9483213"/>
              <a:gd name="connsiteX21" fmla="*/ 4660490 w 8922774"/>
              <a:gd name="connsiteY21" fmla="*/ 4483510 h 9483213"/>
              <a:gd name="connsiteX22" fmla="*/ 4645742 w 8922774"/>
              <a:gd name="connsiteY22" fmla="*/ 4911213 h 9483213"/>
              <a:gd name="connsiteX23" fmla="*/ 4719484 w 8922774"/>
              <a:gd name="connsiteY23" fmla="*/ 5294671 h 9483213"/>
              <a:gd name="connsiteX24" fmla="*/ 4793226 w 8922774"/>
              <a:gd name="connsiteY24" fmla="*/ 5427407 h 9483213"/>
              <a:gd name="connsiteX25" fmla="*/ 4970206 w 8922774"/>
              <a:gd name="connsiteY25" fmla="*/ 5722374 h 9483213"/>
              <a:gd name="connsiteX26" fmla="*/ 5279923 w 8922774"/>
              <a:gd name="connsiteY26" fmla="*/ 6061587 h 9483213"/>
              <a:gd name="connsiteX27" fmla="*/ 5648632 w 8922774"/>
              <a:gd name="connsiteY27" fmla="*/ 6297561 h 9483213"/>
              <a:gd name="connsiteX28" fmla="*/ 6150077 w 8922774"/>
              <a:gd name="connsiteY28" fmla="*/ 6533536 h 9483213"/>
              <a:gd name="connsiteX29" fmla="*/ 6518787 w 8922774"/>
              <a:gd name="connsiteY29" fmla="*/ 6622026 h 9483213"/>
              <a:gd name="connsiteX30" fmla="*/ 6902245 w 8922774"/>
              <a:gd name="connsiteY30" fmla="*/ 6710516 h 9483213"/>
              <a:gd name="connsiteX31" fmla="*/ 7182465 w 8922774"/>
              <a:gd name="connsiteY31" fmla="*/ 6695768 h 9483213"/>
              <a:gd name="connsiteX32" fmla="*/ 5707626 w 8922774"/>
              <a:gd name="connsiteY32" fmla="*/ 7978878 h 9483213"/>
              <a:gd name="connsiteX33" fmla="*/ 7315200 w 8922774"/>
              <a:gd name="connsiteY33" fmla="*/ 9483213 h 9483213"/>
              <a:gd name="connsiteX34" fmla="*/ 6061587 w 8922774"/>
              <a:gd name="connsiteY34" fmla="*/ 9409471 h 9483213"/>
              <a:gd name="connsiteX35" fmla="*/ 4572000 w 8922774"/>
              <a:gd name="connsiteY35" fmla="*/ 9144000 h 9483213"/>
              <a:gd name="connsiteX36" fmla="*/ 3156155 w 8922774"/>
              <a:gd name="connsiteY36" fmla="*/ 8642555 h 9483213"/>
              <a:gd name="connsiteX37" fmla="*/ 1932039 w 8922774"/>
              <a:gd name="connsiteY37" fmla="*/ 7964129 h 9483213"/>
              <a:gd name="connsiteX38" fmla="*/ 1061884 w 8922774"/>
              <a:gd name="connsiteY38" fmla="*/ 7226710 h 9483213"/>
              <a:gd name="connsiteX39" fmla="*/ 530942 w 8922774"/>
              <a:gd name="connsiteY39" fmla="*/ 6533536 h 9483213"/>
              <a:gd name="connsiteX40" fmla="*/ 162232 w 8922774"/>
              <a:gd name="connsiteY40" fmla="*/ 5751871 h 9483213"/>
              <a:gd name="connsiteX41" fmla="*/ 0 w 8922774"/>
              <a:gd name="connsiteY41" fmla="*/ 4984955 h 9483213"/>
              <a:gd name="connsiteX42" fmla="*/ 29497 w 8922774"/>
              <a:gd name="connsiteY42" fmla="*/ 4100052 h 9483213"/>
              <a:gd name="connsiteX43" fmla="*/ 294968 w 8922774"/>
              <a:gd name="connsiteY43" fmla="*/ 3347884 h 9483213"/>
              <a:gd name="connsiteX44" fmla="*/ 648929 w 8922774"/>
              <a:gd name="connsiteY44" fmla="*/ 2728452 h 9483213"/>
              <a:gd name="connsiteX45" fmla="*/ 1165123 w 8922774"/>
              <a:gd name="connsiteY45" fmla="*/ 2138516 h 9483213"/>
              <a:gd name="connsiteX46" fmla="*/ 1681316 w 8922774"/>
              <a:gd name="connsiteY46" fmla="*/ 1681316 h 9483213"/>
              <a:gd name="connsiteX47" fmla="*/ 2286000 w 8922774"/>
              <a:gd name="connsiteY47" fmla="*/ 1268361 h 9483213"/>
              <a:gd name="connsiteX48" fmla="*/ 2875936 w 8922774"/>
              <a:gd name="connsiteY48" fmla="*/ 943897 h 9483213"/>
              <a:gd name="connsiteX0" fmla="*/ 6002594 w 8922774"/>
              <a:gd name="connsiteY0" fmla="*/ 58994 h 9483213"/>
              <a:gd name="connsiteX1" fmla="*/ 6946490 w 8922774"/>
              <a:gd name="connsiteY1" fmla="*/ 14748 h 9483213"/>
              <a:gd name="connsiteX2" fmla="*/ 7300452 w 8922774"/>
              <a:gd name="connsiteY2" fmla="*/ 0 h 9483213"/>
              <a:gd name="connsiteX3" fmla="*/ 2713703 w 8922774"/>
              <a:gd name="connsiteY3" fmla="*/ 1032387 h 9483213"/>
              <a:gd name="connsiteX4" fmla="*/ 3097161 w 8922774"/>
              <a:gd name="connsiteY4" fmla="*/ 840658 h 9483213"/>
              <a:gd name="connsiteX5" fmla="*/ 6607277 w 8922774"/>
              <a:gd name="connsiteY5" fmla="*/ 14748 h 9483213"/>
              <a:gd name="connsiteX6" fmla="*/ 7034981 w 8922774"/>
              <a:gd name="connsiteY6" fmla="*/ 0 h 9483213"/>
              <a:gd name="connsiteX7" fmla="*/ 7344697 w 8922774"/>
              <a:gd name="connsiteY7" fmla="*/ 0 h 9483213"/>
              <a:gd name="connsiteX8" fmla="*/ 8922774 w 8922774"/>
              <a:gd name="connsiteY8" fmla="*/ 1415845 h 9483213"/>
              <a:gd name="connsiteX9" fmla="*/ 7197213 w 8922774"/>
              <a:gd name="connsiteY9" fmla="*/ 2861187 h 9483213"/>
              <a:gd name="connsiteX10" fmla="*/ 7020232 w 8922774"/>
              <a:gd name="connsiteY10" fmla="*/ 2861187 h 9483213"/>
              <a:gd name="connsiteX11" fmla="*/ 6769510 w 8922774"/>
              <a:gd name="connsiteY11" fmla="*/ 2875936 h 9483213"/>
              <a:gd name="connsiteX12" fmla="*/ 6533536 w 8922774"/>
              <a:gd name="connsiteY12" fmla="*/ 2934929 h 9483213"/>
              <a:gd name="connsiteX13" fmla="*/ 6297561 w 8922774"/>
              <a:gd name="connsiteY13" fmla="*/ 2979174 h 9483213"/>
              <a:gd name="connsiteX14" fmla="*/ 6046839 w 8922774"/>
              <a:gd name="connsiteY14" fmla="*/ 3067665 h 9483213"/>
              <a:gd name="connsiteX15" fmla="*/ 5722374 w 8922774"/>
              <a:gd name="connsiteY15" fmla="*/ 3215148 h 9483213"/>
              <a:gd name="connsiteX16" fmla="*/ 5456903 w 8922774"/>
              <a:gd name="connsiteY16" fmla="*/ 3362632 h 9483213"/>
              <a:gd name="connsiteX17" fmla="*/ 5220929 w 8922774"/>
              <a:gd name="connsiteY17" fmla="*/ 3569110 h 9483213"/>
              <a:gd name="connsiteX18" fmla="*/ 4999703 w 8922774"/>
              <a:gd name="connsiteY18" fmla="*/ 3805084 h 9483213"/>
              <a:gd name="connsiteX19" fmla="*/ 4778477 w 8922774"/>
              <a:gd name="connsiteY19" fmla="*/ 4129548 h 9483213"/>
              <a:gd name="connsiteX20" fmla="*/ 4660490 w 8922774"/>
              <a:gd name="connsiteY20" fmla="*/ 4483510 h 9483213"/>
              <a:gd name="connsiteX21" fmla="*/ 4645742 w 8922774"/>
              <a:gd name="connsiteY21" fmla="*/ 4911213 h 9483213"/>
              <a:gd name="connsiteX22" fmla="*/ 4719484 w 8922774"/>
              <a:gd name="connsiteY22" fmla="*/ 5294671 h 9483213"/>
              <a:gd name="connsiteX23" fmla="*/ 4793226 w 8922774"/>
              <a:gd name="connsiteY23" fmla="*/ 5427407 h 9483213"/>
              <a:gd name="connsiteX24" fmla="*/ 4970206 w 8922774"/>
              <a:gd name="connsiteY24" fmla="*/ 5722374 h 9483213"/>
              <a:gd name="connsiteX25" fmla="*/ 5279923 w 8922774"/>
              <a:gd name="connsiteY25" fmla="*/ 6061587 h 9483213"/>
              <a:gd name="connsiteX26" fmla="*/ 5648632 w 8922774"/>
              <a:gd name="connsiteY26" fmla="*/ 6297561 h 9483213"/>
              <a:gd name="connsiteX27" fmla="*/ 6150077 w 8922774"/>
              <a:gd name="connsiteY27" fmla="*/ 6533536 h 9483213"/>
              <a:gd name="connsiteX28" fmla="*/ 6518787 w 8922774"/>
              <a:gd name="connsiteY28" fmla="*/ 6622026 h 9483213"/>
              <a:gd name="connsiteX29" fmla="*/ 6902245 w 8922774"/>
              <a:gd name="connsiteY29" fmla="*/ 6710516 h 9483213"/>
              <a:gd name="connsiteX30" fmla="*/ 7182465 w 8922774"/>
              <a:gd name="connsiteY30" fmla="*/ 6695768 h 9483213"/>
              <a:gd name="connsiteX31" fmla="*/ 5707626 w 8922774"/>
              <a:gd name="connsiteY31" fmla="*/ 7978878 h 9483213"/>
              <a:gd name="connsiteX32" fmla="*/ 7315200 w 8922774"/>
              <a:gd name="connsiteY32" fmla="*/ 9483213 h 9483213"/>
              <a:gd name="connsiteX33" fmla="*/ 6061587 w 8922774"/>
              <a:gd name="connsiteY33" fmla="*/ 9409471 h 9483213"/>
              <a:gd name="connsiteX34" fmla="*/ 4572000 w 8922774"/>
              <a:gd name="connsiteY34" fmla="*/ 9144000 h 9483213"/>
              <a:gd name="connsiteX35" fmla="*/ 3156155 w 8922774"/>
              <a:gd name="connsiteY35" fmla="*/ 8642555 h 9483213"/>
              <a:gd name="connsiteX36" fmla="*/ 1932039 w 8922774"/>
              <a:gd name="connsiteY36" fmla="*/ 7964129 h 9483213"/>
              <a:gd name="connsiteX37" fmla="*/ 1061884 w 8922774"/>
              <a:gd name="connsiteY37" fmla="*/ 7226710 h 9483213"/>
              <a:gd name="connsiteX38" fmla="*/ 530942 w 8922774"/>
              <a:gd name="connsiteY38" fmla="*/ 6533536 h 9483213"/>
              <a:gd name="connsiteX39" fmla="*/ 162232 w 8922774"/>
              <a:gd name="connsiteY39" fmla="*/ 5751871 h 9483213"/>
              <a:gd name="connsiteX40" fmla="*/ 0 w 8922774"/>
              <a:gd name="connsiteY40" fmla="*/ 4984955 h 9483213"/>
              <a:gd name="connsiteX41" fmla="*/ 29497 w 8922774"/>
              <a:gd name="connsiteY41" fmla="*/ 4100052 h 9483213"/>
              <a:gd name="connsiteX42" fmla="*/ 294968 w 8922774"/>
              <a:gd name="connsiteY42" fmla="*/ 3347884 h 9483213"/>
              <a:gd name="connsiteX43" fmla="*/ 648929 w 8922774"/>
              <a:gd name="connsiteY43" fmla="*/ 2728452 h 9483213"/>
              <a:gd name="connsiteX44" fmla="*/ 1165123 w 8922774"/>
              <a:gd name="connsiteY44" fmla="*/ 2138516 h 9483213"/>
              <a:gd name="connsiteX45" fmla="*/ 1681316 w 8922774"/>
              <a:gd name="connsiteY45" fmla="*/ 1681316 h 9483213"/>
              <a:gd name="connsiteX46" fmla="*/ 2286000 w 8922774"/>
              <a:gd name="connsiteY46" fmla="*/ 1268361 h 9483213"/>
              <a:gd name="connsiteX47" fmla="*/ 2875936 w 8922774"/>
              <a:gd name="connsiteY47" fmla="*/ 943897 h 9483213"/>
              <a:gd name="connsiteX0" fmla="*/ 6002594 w 8922774"/>
              <a:gd name="connsiteY0" fmla="*/ 58994 h 9483213"/>
              <a:gd name="connsiteX1" fmla="*/ 6946490 w 8922774"/>
              <a:gd name="connsiteY1" fmla="*/ 14748 h 9483213"/>
              <a:gd name="connsiteX2" fmla="*/ 7300452 w 8922774"/>
              <a:gd name="connsiteY2" fmla="*/ 0 h 9483213"/>
              <a:gd name="connsiteX3" fmla="*/ 2713703 w 8922774"/>
              <a:gd name="connsiteY3" fmla="*/ 1032387 h 9483213"/>
              <a:gd name="connsiteX4" fmla="*/ 6607277 w 8922774"/>
              <a:gd name="connsiteY4" fmla="*/ 14748 h 9483213"/>
              <a:gd name="connsiteX5" fmla="*/ 7034981 w 8922774"/>
              <a:gd name="connsiteY5" fmla="*/ 0 h 9483213"/>
              <a:gd name="connsiteX6" fmla="*/ 7344697 w 8922774"/>
              <a:gd name="connsiteY6" fmla="*/ 0 h 9483213"/>
              <a:gd name="connsiteX7" fmla="*/ 8922774 w 8922774"/>
              <a:gd name="connsiteY7" fmla="*/ 1415845 h 9483213"/>
              <a:gd name="connsiteX8" fmla="*/ 7197213 w 8922774"/>
              <a:gd name="connsiteY8" fmla="*/ 2861187 h 9483213"/>
              <a:gd name="connsiteX9" fmla="*/ 7020232 w 8922774"/>
              <a:gd name="connsiteY9" fmla="*/ 2861187 h 9483213"/>
              <a:gd name="connsiteX10" fmla="*/ 6769510 w 8922774"/>
              <a:gd name="connsiteY10" fmla="*/ 2875936 h 9483213"/>
              <a:gd name="connsiteX11" fmla="*/ 6533536 w 8922774"/>
              <a:gd name="connsiteY11" fmla="*/ 2934929 h 9483213"/>
              <a:gd name="connsiteX12" fmla="*/ 6297561 w 8922774"/>
              <a:gd name="connsiteY12" fmla="*/ 2979174 h 9483213"/>
              <a:gd name="connsiteX13" fmla="*/ 6046839 w 8922774"/>
              <a:gd name="connsiteY13" fmla="*/ 3067665 h 9483213"/>
              <a:gd name="connsiteX14" fmla="*/ 5722374 w 8922774"/>
              <a:gd name="connsiteY14" fmla="*/ 3215148 h 9483213"/>
              <a:gd name="connsiteX15" fmla="*/ 5456903 w 8922774"/>
              <a:gd name="connsiteY15" fmla="*/ 3362632 h 9483213"/>
              <a:gd name="connsiteX16" fmla="*/ 5220929 w 8922774"/>
              <a:gd name="connsiteY16" fmla="*/ 3569110 h 9483213"/>
              <a:gd name="connsiteX17" fmla="*/ 4999703 w 8922774"/>
              <a:gd name="connsiteY17" fmla="*/ 3805084 h 9483213"/>
              <a:gd name="connsiteX18" fmla="*/ 4778477 w 8922774"/>
              <a:gd name="connsiteY18" fmla="*/ 4129548 h 9483213"/>
              <a:gd name="connsiteX19" fmla="*/ 4660490 w 8922774"/>
              <a:gd name="connsiteY19" fmla="*/ 4483510 h 9483213"/>
              <a:gd name="connsiteX20" fmla="*/ 4645742 w 8922774"/>
              <a:gd name="connsiteY20" fmla="*/ 4911213 h 9483213"/>
              <a:gd name="connsiteX21" fmla="*/ 4719484 w 8922774"/>
              <a:gd name="connsiteY21" fmla="*/ 5294671 h 9483213"/>
              <a:gd name="connsiteX22" fmla="*/ 4793226 w 8922774"/>
              <a:gd name="connsiteY22" fmla="*/ 5427407 h 9483213"/>
              <a:gd name="connsiteX23" fmla="*/ 4970206 w 8922774"/>
              <a:gd name="connsiteY23" fmla="*/ 5722374 h 9483213"/>
              <a:gd name="connsiteX24" fmla="*/ 5279923 w 8922774"/>
              <a:gd name="connsiteY24" fmla="*/ 6061587 h 9483213"/>
              <a:gd name="connsiteX25" fmla="*/ 5648632 w 8922774"/>
              <a:gd name="connsiteY25" fmla="*/ 6297561 h 9483213"/>
              <a:gd name="connsiteX26" fmla="*/ 6150077 w 8922774"/>
              <a:gd name="connsiteY26" fmla="*/ 6533536 h 9483213"/>
              <a:gd name="connsiteX27" fmla="*/ 6518787 w 8922774"/>
              <a:gd name="connsiteY27" fmla="*/ 6622026 h 9483213"/>
              <a:gd name="connsiteX28" fmla="*/ 6902245 w 8922774"/>
              <a:gd name="connsiteY28" fmla="*/ 6710516 h 9483213"/>
              <a:gd name="connsiteX29" fmla="*/ 7182465 w 8922774"/>
              <a:gd name="connsiteY29" fmla="*/ 6695768 h 9483213"/>
              <a:gd name="connsiteX30" fmla="*/ 5707626 w 8922774"/>
              <a:gd name="connsiteY30" fmla="*/ 7978878 h 9483213"/>
              <a:gd name="connsiteX31" fmla="*/ 7315200 w 8922774"/>
              <a:gd name="connsiteY31" fmla="*/ 9483213 h 9483213"/>
              <a:gd name="connsiteX32" fmla="*/ 6061587 w 8922774"/>
              <a:gd name="connsiteY32" fmla="*/ 9409471 h 9483213"/>
              <a:gd name="connsiteX33" fmla="*/ 4572000 w 8922774"/>
              <a:gd name="connsiteY33" fmla="*/ 9144000 h 9483213"/>
              <a:gd name="connsiteX34" fmla="*/ 3156155 w 8922774"/>
              <a:gd name="connsiteY34" fmla="*/ 8642555 h 9483213"/>
              <a:gd name="connsiteX35" fmla="*/ 1932039 w 8922774"/>
              <a:gd name="connsiteY35" fmla="*/ 7964129 h 9483213"/>
              <a:gd name="connsiteX36" fmla="*/ 1061884 w 8922774"/>
              <a:gd name="connsiteY36" fmla="*/ 7226710 h 9483213"/>
              <a:gd name="connsiteX37" fmla="*/ 530942 w 8922774"/>
              <a:gd name="connsiteY37" fmla="*/ 6533536 h 9483213"/>
              <a:gd name="connsiteX38" fmla="*/ 162232 w 8922774"/>
              <a:gd name="connsiteY38" fmla="*/ 5751871 h 9483213"/>
              <a:gd name="connsiteX39" fmla="*/ 0 w 8922774"/>
              <a:gd name="connsiteY39" fmla="*/ 4984955 h 9483213"/>
              <a:gd name="connsiteX40" fmla="*/ 29497 w 8922774"/>
              <a:gd name="connsiteY40" fmla="*/ 4100052 h 9483213"/>
              <a:gd name="connsiteX41" fmla="*/ 294968 w 8922774"/>
              <a:gd name="connsiteY41" fmla="*/ 3347884 h 9483213"/>
              <a:gd name="connsiteX42" fmla="*/ 648929 w 8922774"/>
              <a:gd name="connsiteY42" fmla="*/ 2728452 h 9483213"/>
              <a:gd name="connsiteX43" fmla="*/ 1165123 w 8922774"/>
              <a:gd name="connsiteY43" fmla="*/ 2138516 h 9483213"/>
              <a:gd name="connsiteX44" fmla="*/ 1681316 w 8922774"/>
              <a:gd name="connsiteY44" fmla="*/ 1681316 h 9483213"/>
              <a:gd name="connsiteX45" fmla="*/ 2286000 w 8922774"/>
              <a:gd name="connsiteY45" fmla="*/ 1268361 h 9483213"/>
              <a:gd name="connsiteX46" fmla="*/ 2875936 w 8922774"/>
              <a:gd name="connsiteY46" fmla="*/ 943897 h 9483213"/>
              <a:gd name="connsiteX0" fmla="*/ 6946490 w 8922774"/>
              <a:gd name="connsiteY0" fmla="*/ 14748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6607277 w 8922774"/>
              <a:gd name="connsiteY3" fmla="*/ 14748 h 9483213"/>
              <a:gd name="connsiteX4" fmla="*/ 7034981 w 8922774"/>
              <a:gd name="connsiteY4" fmla="*/ 0 h 9483213"/>
              <a:gd name="connsiteX5" fmla="*/ 7344697 w 8922774"/>
              <a:gd name="connsiteY5" fmla="*/ 0 h 9483213"/>
              <a:gd name="connsiteX6" fmla="*/ 8922774 w 8922774"/>
              <a:gd name="connsiteY6" fmla="*/ 1415845 h 9483213"/>
              <a:gd name="connsiteX7" fmla="*/ 7197213 w 8922774"/>
              <a:gd name="connsiteY7" fmla="*/ 2861187 h 9483213"/>
              <a:gd name="connsiteX8" fmla="*/ 7020232 w 8922774"/>
              <a:gd name="connsiteY8" fmla="*/ 2861187 h 9483213"/>
              <a:gd name="connsiteX9" fmla="*/ 6769510 w 8922774"/>
              <a:gd name="connsiteY9" fmla="*/ 2875936 h 9483213"/>
              <a:gd name="connsiteX10" fmla="*/ 6533536 w 8922774"/>
              <a:gd name="connsiteY10" fmla="*/ 2934929 h 9483213"/>
              <a:gd name="connsiteX11" fmla="*/ 6297561 w 8922774"/>
              <a:gd name="connsiteY11" fmla="*/ 2979174 h 9483213"/>
              <a:gd name="connsiteX12" fmla="*/ 6046839 w 8922774"/>
              <a:gd name="connsiteY12" fmla="*/ 3067665 h 9483213"/>
              <a:gd name="connsiteX13" fmla="*/ 5722374 w 8922774"/>
              <a:gd name="connsiteY13" fmla="*/ 3215148 h 9483213"/>
              <a:gd name="connsiteX14" fmla="*/ 5456903 w 8922774"/>
              <a:gd name="connsiteY14" fmla="*/ 3362632 h 9483213"/>
              <a:gd name="connsiteX15" fmla="*/ 5220929 w 8922774"/>
              <a:gd name="connsiteY15" fmla="*/ 3569110 h 9483213"/>
              <a:gd name="connsiteX16" fmla="*/ 4999703 w 8922774"/>
              <a:gd name="connsiteY16" fmla="*/ 3805084 h 9483213"/>
              <a:gd name="connsiteX17" fmla="*/ 4778477 w 8922774"/>
              <a:gd name="connsiteY17" fmla="*/ 4129548 h 9483213"/>
              <a:gd name="connsiteX18" fmla="*/ 4660490 w 8922774"/>
              <a:gd name="connsiteY18" fmla="*/ 4483510 h 9483213"/>
              <a:gd name="connsiteX19" fmla="*/ 4645742 w 8922774"/>
              <a:gd name="connsiteY19" fmla="*/ 4911213 h 9483213"/>
              <a:gd name="connsiteX20" fmla="*/ 4719484 w 8922774"/>
              <a:gd name="connsiteY20" fmla="*/ 5294671 h 9483213"/>
              <a:gd name="connsiteX21" fmla="*/ 4793226 w 8922774"/>
              <a:gd name="connsiteY21" fmla="*/ 5427407 h 9483213"/>
              <a:gd name="connsiteX22" fmla="*/ 4970206 w 8922774"/>
              <a:gd name="connsiteY22" fmla="*/ 5722374 h 9483213"/>
              <a:gd name="connsiteX23" fmla="*/ 5279923 w 8922774"/>
              <a:gd name="connsiteY23" fmla="*/ 6061587 h 9483213"/>
              <a:gd name="connsiteX24" fmla="*/ 5648632 w 8922774"/>
              <a:gd name="connsiteY24" fmla="*/ 6297561 h 9483213"/>
              <a:gd name="connsiteX25" fmla="*/ 6150077 w 8922774"/>
              <a:gd name="connsiteY25" fmla="*/ 6533536 h 9483213"/>
              <a:gd name="connsiteX26" fmla="*/ 6518787 w 8922774"/>
              <a:gd name="connsiteY26" fmla="*/ 6622026 h 9483213"/>
              <a:gd name="connsiteX27" fmla="*/ 6902245 w 8922774"/>
              <a:gd name="connsiteY27" fmla="*/ 6710516 h 9483213"/>
              <a:gd name="connsiteX28" fmla="*/ 7182465 w 8922774"/>
              <a:gd name="connsiteY28" fmla="*/ 6695768 h 9483213"/>
              <a:gd name="connsiteX29" fmla="*/ 5707626 w 8922774"/>
              <a:gd name="connsiteY29" fmla="*/ 7978878 h 9483213"/>
              <a:gd name="connsiteX30" fmla="*/ 7315200 w 8922774"/>
              <a:gd name="connsiteY30" fmla="*/ 9483213 h 9483213"/>
              <a:gd name="connsiteX31" fmla="*/ 6061587 w 8922774"/>
              <a:gd name="connsiteY31" fmla="*/ 9409471 h 9483213"/>
              <a:gd name="connsiteX32" fmla="*/ 4572000 w 8922774"/>
              <a:gd name="connsiteY32" fmla="*/ 9144000 h 9483213"/>
              <a:gd name="connsiteX33" fmla="*/ 3156155 w 8922774"/>
              <a:gd name="connsiteY33" fmla="*/ 8642555 h 9483213"/>
              <a:gd name="connsiteX34" fmla="*/ 1932039 w 8922774"/>
              <a:gd name="connsiteY34" fmla="*/ 7964129 h 9483213"/>
              <a:gd name="connsiteX35" fmla="*/ 1061884 w 8922774"/>
              <a:gd name="connsiteY35" fmla="*/ 7226710 h 9483213"/>
              <a:gd name="connsiteX36" fmla="*/ 530942 w 8922774"/>
              <a:gd name="connsiteY36" fmla="*/ 6533536 h 9483213"/>
              <a:gd name="connsiteX37" fmla="*/ 162232 w 8922774"/>
              <a:gd name="connsiteY37" fmla="*/ 5751871 h 9483213"/>
              <a:gd name="connsiteX38" fmla="*/ 0 w 8922774"/>
              <a:gd name="connsiteY38" fmla="*/ 4984955 h 9483213"/>
              <a:gd name="connsiteX39" fmla="*/ 29497 w 8922774"/>
              <a:gd name="connsiteY39" fmla="*/ 4100052 h 9483213"/>
              <a:gd name="connsiteX40" fmla="*/ 294968 w 8922774"/>
              <a:gd name="connsiteY40" fmla="*/ 3347884 h 9483213"/>
              <a:gd name="connsiteX41" fmla="*/ 648929 w 8922774"/>
              <a:gd name="connsiteY41" fmla="*/ 2728452 h 9483213"/>
              <a:gd name="connsiteX42" fmla="*/ 1165123 w 8922774"/>
              <a:gd name="connsiteY42" fmla="*/ 2138516 h 9483213"/>
              <a:gd name="connsiteX43" fmla="*/ 1681316 w 8922774"/>
              <a:gd name="connsiteY43" fmla="*/ 1681316 h 9483213"/>
              <a:gd name="connsiteX44" fmla="*/ 2286000 w 8922774"/>
              <a:gd name="connsiteY44" fmla="*/ 1268361 h 9483213"/>
              <a:gd name="connsiteX45" fmla="*/ 2875936 w 8922774"/>
              <a:gd name="connsiteY45" fmla="*/ 943897 h 9483213"/>
              <a:gd name="connsiteX0" fmla="*/ 6946490 w 8922774"/>
              <a:gd name="connsiteY0" fmla="*/ 14748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6607277 w 8922774"/>
              <a:gd name="connsiteY3" fmla="*/ 14748 h 9483213"/>
              <a:gd name="connsiteX4" fmla="*/ 7034981 w 8922774"/>
              <a:gd name="connsiteY4" fmla="*/ 0 h 9483213"/>
              <a:gd name="connsiteX5" fmla="*/ 7344697 w 8922774"/>
              <a:gd name="connsiteY5" fmla="*/ 0 h 9483213"/>
              <a:gd name="connsiteX6" fmla="*/ 8922774 w 8922774"/>
              <a:gd name="connsiteY6" fmla="*/ 1415845 h 9483213"/>
              <a:gd name="connsiteX7" fmla="*/ 7197213 w 8922774"/>
              <a:gd name="connsiteY7" fmla="*/ 2861187 h 9483213"/>
              <a:gd name="connsiteX8" fmla="*/ 7020232 w 8922774"/>
              <a:gd name="connsiteY8" fmla="*/ 2861187 h 9483213"/>
              <a:gd name="connsiteX9" fmla="*/ 6769510 w 8922774"/>
              <a:gd name="connsiteY9" fmla="*/ 2875936 h 9483213"/>
              <a:gd name="connsiteX10" fmla="*/ 6533536 w 8922774"/>
              <a:gd name="connsiteY10" fmla="*/ 2934929 h 9483213"/>
              <a:gd name="connsiteX11" fmla="*/ 6297561 w 8922774"/>
              <a:gd name="connsiteY11" fmla="*/ 2979174 h 9483213"/>
              <a:gd name="connsiteX12" fmla="*/ 6046839 w 8922774"/>
              <a:gd name="connsiteY12" fmla="*/ 3067665 h 9483213"/>
              <a:gd name="connsiteX13" fmla="*/ 5722374 w 8922774"/>
              <a:gd name="connsiteY13" fmla="*/ 3215148 h 9483213"/>
              <a:gd name="connsiteX14" fmla="*/ 5456903 w 8922774"/>
              <a:gd name="connsiteY14" fmla="*/ 3362632 h 9483213"/>
              <a:gd name="connsiteX15" fmla="*/ 5220929 w 8922774"/>
              <a:gd name="connsiteY15" fmla="*/ 3569110 h 9483213"/>
              <a:gd name="connsiteX16" fmla="*/ 4999703 w 8922774"/>
              <a:gd name="connsiteY16" fmla="*/ 3805084 h 9483213"/>
              <a:gd name="connsiteX17" fmla="*/ 4778477 w 8922774"/>
              <a:gd name="connsiteY17" fmla="*/ 4129548 h 9483213"/>
              <a:gd name="connsiteX18" fmla="*/ 4660490 w 8922774"/>
              <a:gd name="connsiteY18" fmla="*/ 4483510 h 9483213"/>
              <a:gd name="connsiteX19" fmla="*/ 4645742 w 8922774"/>
              <a:gd name="connsiteY19" fmla="*/ 4911213 h 9483213"/>
              <a:gd name="connsiteX20" fmla="*/ 4719484 w 8922774"/>
              <a:gd name="connsiteY20" fmla="*/ 5294671 h 9483213"/>
              <a:gd name="connsiteX21" fmla="*/ 4793226 w 8922774"/>
              <a:gd name="connsiteY21" fmla="*/ 5427407 h 9483213"/>
              <a:gd name="connsiteX22" fmla="*/ 4970206 w 8922774"/>
              <a:gd name="connsiteY22" fmla="*/ 5722374 h 9483213"/>
              <a:gd name="connsiteX23" fmla="*/ 5279923 w 8922774"/>
              <a:gd name="connsiteY23" fmla="*/ 6061587 h 9483213"/>
              <a:gd name="connsiteX24" fmla="*/ 5648632 w 8922774"/>
              <a:gd name="connsiteY24" fmla="*/ 6297561 h 9483213"/>
              <a:gd name="connsiteX25" fmla="*/ 6150077 w 8922774"/>
              <a:gd name="connsiteY25" fmla="*/ 6533536 h 9483213"/>
              <a:gd name="connsiteX26" fmla="*/ 6518787 w 8922774"/>
              <a:gd name="connsiteY26" fmla="*/ 6622026 h 9483213"/>
              <a:gd name="connsiteX27" fmla="*/ 6902245 w 8922774"/>
              <a:gd name="connsiteY27" fmla="*/ 6710516 h 9483213"/>
              <a:gd name="connsiteX28" fmla="*/ 7182465 w 8922774"/>
              <a:gd name="connsiteY28" fmla="*/ 6695768 h 9483213"/>
              <a:gd name="connsiteX29" fmla="*/ 5707626 w 8922774"/>
              <a:gd name="connsiteY29" fmla="*/ 7978878 h 9483213"/>
              <a:gd name="connsiteX30" fmla="*/ 7315200 w 8922774"/>
              <a:gd name="connsiteY30" fmla="*/ 9483213 h 9483213"/>
              <a:gd name="connsiteX31" fmla="*/ 6061587 w 8922774"/>
              <a:gd name="connsiteY31" fmla="*/ 9409471 h 9483213"/>
              <a:gd name="connsiteX32" fmla="*/ 4572000 w 8922774"/>
              <a:gd name="connsiteY32" fmla="*/ 9144000 h 9483213"/>
              <a:gd name="connsiteX33" fmla="*/ 3156155 w 8922774"/>
              <a:gd name="connsiteY33" fmla="*/ 8642555 h 9483213"/>
              <a:gd name="connsiteX34" fmla="*/ 1932039 w 8922774"/>
              <a:gd name="connsiteY34" fmla="*/ 7964129 h 9483213"/>
              <a:gd name="connsiteX35" fmla="*/ 1061884 w 8922774"/>
              <a:gd name="connsiteY35" fmla="*/ 7226710 h 9483213"/>
              <a:gd name="connsiteX36" fmla="*/ 530942 w 8922774"/>
              <a:gd name="connsiteY36" fmla="*/ 6533536 h 9483213"/>
              <a:gd name="connsiteX37" fmla="*/ 162232 w 8922774"/>
              <a:gd name="connsiteY37" fmla="*/ 5751871 h 9483213"/>
              <a:gd name="connsiteX38" fmla="*/ 0 w 8922774"/>
              <a:gd name="connsiteY38" fmla="*/ 4984955 h 9483213"/>
              <a:gd name="connsiteX39" fmla="*/ 29497 w 8922774"/>
              <a:gd name="connsiteY39" fmla="*/ 4100052 h 9483213"/>
              <a:gd name="connsiteX40" fmla="*/ 294968 w 8922774"/>
              <a:gd name="connsiteY40" fmla="*/ 3347884 h 9483213"/>
              <a:gd name="connsiteX41" fmla="*/ 648929 w 8922774"/>
              <a:gd name="connsiteY41" fmla="*/ 2728452 h 9483213"/>
              <a:gd name="connsiteX42" fmla="*/ 1165123 w 8922774"/>
              <a:gd name="connsiteY42" fmla="*/ 2138516 h 9483213"/>
              <a:gd name="connsiteX43" fmla="*/ 1681316 w 8922774"/>
              <a:gd name="connsiteY43" fmla="*/ 1681316 h 9483213"/>
              <a:gd name="connsiteX44" fmla="*/ 2286000 w 8922774"/>
              <a:gd name="connsiteY44" fmla="*/ 1268361 h 9483213"/>
              <a:gd name="connsiteX45" fmla="*/ 2875936 w 8922774"/>
              <a:gd name="connsiteY45" fmla="*/ 943897 h 9483213"/>
              <a:gd name="connsiteX46" fmla="*/ 6946490 w 8922774"/>
              <a:gd name="connsiteY46" fmla="*/ 14748 h 9483213"/>
              <a:gd name="connsiteX0" fmla="*/ 6946490 w 8922774"/>
              <a:gd name="connsiteY0" fmla="*/ 14748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034981 w 8922774"/>
              <a:gd name="connsiteY3" fmla="*/ 0 h 9483213"/>
              <a:gd name="connsiteX4" fmla="*/ 7344697 w 8922774"/>
              <a:gd name="connsiteY4" fmla="*/ 0 h 9483213"/>
              <a:gd name="connsiteX5" fmla="*/ 8922774 w 8922774"/>
              <a:gd name="connsiteY5" fmla="*/ 1415845 h 9483213"/>
              <a:gd name="connsiteX6" fmla="*/ 7197213 w 8922774"/>
              <a:gd name="connsiteY6" fmla="*/ 2861187 h 9483213"/>
              <a:gd name="connsiteX7" fmla="*/ 7020232 w 8922774"/>
              <a:gd name="connsiteY7" fmla="*/ 2861187 h 9483213"/>
              <a:gd name="connsiteX8" fmla="*/ 6769510 w 8922774"/>
              <a:gd name="connsiteY8" fmla="*/ 2875936 h 9483213"/>
              <a:gd name="connsiteX9" fmla="*/ 6533536 w 8922774"/>
              <a:gd name="connsiteY9" fmla="*/ 2934929 h 9483213"/>
              <a:gd name="connsiteX10" fmla="*/ 6297561 w 8922774"/>
              <a:gd name="connsiteY10" fmla="*/ 2979174 h 9483213"/>
              <a:gd name="connsiteX11" fmla="*/ 6046839 w 8922774"/>
              <a:gd name="connsiteY11" fmla="*/ 3067665 h 9483213"/>
              <a:gd name="connsiteX12" fmla="*/ 5722374 w 8922774"/>
              <a:gd name="connsiteY12" fmla="*/ 3215148 h 9483213"/>
              <a:gd name="connsiteX13" fmla="*/ 5456903 w 8922774"/>
              <a:gd name="connsiteY13" fmla="*/ 3362632 h 9483213"/>
              <a:gd name="connsiteX14" fmla="*/ 5220929 w 8922774"/>
              <a:gd name="connsiteY14" fmla="*/ 3569110 h 9483213"/>
              <a:gd name="connsiteX15" fmla="*/ 4999703 w 8922774"/>
              <a:gd name="connsiteY15" fmla="*/ 3805084 h 9483213"/>
              <a:gd name="connsiteX16" fmla="*/ 4778477 w 8922774"/>
              <a:gd name="connsiteY16" fmla="*/ 4129548 h 9483213"/>
              <a:gd name="connsiteX17" fmla="*/ 4660490 w 8922774"/>
              <a:gd name="connsiteY17" fmla="*/ 4483510 h 9483213"/>
              <a:gd name="connsiteX18" fmla="*/ 4645742 w 8922774"/>
              <a:gd name="connsiteY18" fmla="*/ 4911213 h 9483213"/>
              <a:gd name="connsiteX19" fmla="*/ 4719484 w 8922774"/>
              <a:gd name="connsiteY19" fmla="*/ 5294671 h 9483213"/>
              <a:gd name="connsiteX20" fmla="*/ 4793226 w 8922774"/>
              <a:gd name="connsiteY20" fmla="*/ 5427407 h 9483213"/>
              <a:gd name="connsiteX21" fmla="*/ 4970206 w 8922774"/>
              <a:gd name="connsiteY21" fmla="*/ 5722374 h 9483213"/>
              <a:gd name="connsiteX22" fmla="*/ 5279923 w 8922774"/>
              <a:gd name="connsiteY22" fmla="*/ 6061587 h 9483213"/>
              <a:gd name="connsiteX23" fmla="*/ 5648632 w 8922774"/>
              <a:gd name="connsiteY23" fmla="*/ 6297561 h 9483213"/>
              <a:gd name="connsiteX24" fmla="*/ 6150077 w 8922774"/>
              <a:gd name="connsiteY24" fmla="*/ 6533536 h 9483213"/>
              <a:gd name="connsiteX25" fmla="*/ 6518787 w 8922774"/>
              <a:gd name="connsiteY25" fmla="*/ 6622026 h 9483213"/>
              <a:gd name="connsiteX26" fmla="*/ 6902245 w 8922774"/>
              <a:gd name="connsiteY26" fmla="*/ 6710516 h 9483213"/>
              <a:gd name="connsiteX27" fmla="*/ 7182465 w 8922774"/>
              <a:gd name="connsiteY27" fmla="*/ 6695768 h 9483213"/>
              <a:gd name="connsiteX28" fmla="*/ 5707626 w 8922774"/>
              <a:gd name="connsiteY28" fmla="*/ 7978878 h 9483213"/>
              <a:gd name="connsiteX29" fmla="*/ 7315200 w 8922774"/>
              <a:gd name="connsiteY29" fmla="*/ 9483213 h 9483213"/>
              <a:gd name="connsiteX30" fmla="*/ 6061587 w 8922774"/>
              <a:gd name="connsiteY30" fmla="*/ 9409471 h 9483213"/>
              <a:gd name="connsiteX31" fmla="*/ 4572000 w 8922774"/>
              <a:gd name="connsiteY31" fmla="*/ 9144000 h 9483213"/>
              <a:gd name="connsiteX32" fmla="*/ 3156155 w 8922774"/>
              <a:gd name="connsiteY32" fmla="*/ 8642555 h 9483213"/>
              <a:gd name="connsiteX33" fmla="*/ 1932039 w 8922774"/>
              <a:gd name="connsiteY33" fmla="*/ 7964129 h 9483213"/>
              <a:gd name="connsiteX34" fmla="*/ 1061884 w 8922774"/>
              <a:gd name="connsiteY34" fmla="*/ 7226710 h 9483213"/>
              <a:gd name="connsiteX35" fmla="*/ 530942 w 8922774"/>
              <a:gd name="connsiteY35" fmla="*/ 6533536 h 9483213"/>
              <a:gd name="connsiteX36" fmla="*/ 162232 w 8922774"/>
              <a:gd name="connsiteY36" fmla="*/ 5751871 h 9483213"/>
              <a:gd name="connsiteX37" fmla="*/ 0 w 8922774"/>
              <a:gd name="connsiteY37" fmla="*/ 4984955 h 9483213"/>
              <a:gd name="connsiteX38" fmla="*/ 29497 w 8922774"/>
              <a:gd name="connsiteY38" fmla="*/ 4100052 h 9483213"/>
              <a:gd name="connsiteX39" fmla="*/ 294968 w 8922774"/>
              <a:gd name="connsiteY39" fmla="*/ 3347884 h 9483213"/>
              <a:gd name="connsiteX40" fmla="*/ 648929 w 8922774"/>
              <a:gd name="connsiteY40" fmla="*/ 2728452 h 9483213"/>
              <a:gd name="connsiteX41" fmla="*/ 1165123 w 8922774"/>
              <a:gd name="connsiteY41" fmla="*/ 2138516 h 9483213"/>
              <a:gd name="connsiteX42" fmla="*/ 1681316 w 8922774"/>
              <a:gd name="connsiteY42" fmla="*/ 1681316 h 9483213"/>
              <a:gd name="connsiteX43" fmla="*/ 2286000 w 8922774"/>
              <a:gd name="connsiteY43" fmla="*/ 1268361 h 9483213"/>
              <a:gd name="connsiteX44" fmla="*/ 2875936 w 8922774"/>
              <a:gd name="connsiteY44" fmla="*/ 943897 h 9483213"/>
              <a:gd name="connsiteX45" fmla="*/ 6946490 w 8922774"/>
              <a:gd name="connsiteY45" fmla="*/ 14748 h 9483213"/>
              <a:gd name="connsiteX0" fmla="*/ 2875936 w 8922774"/>
              <a:gd name="connsiteY0" fmla="*/ 943897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034981 w 8922774"/>
              <a:gd name="connsiteY3" fmla="*/ 0 h 9483213"/>
              <a:gd name="connsiteX4" fmla="*/ 7344697 w 8922774"/>
              <a:gd name="connsiteY4" fmla="*/ 0 h 9483213"/>
              <a:gd name="connsiteX5" fmla="*/ 8922774 w 8922774"/>
              <a:gd name="connsiteY5" fmla="*/ 1415845 h 9483213"/>
              <a:gd name="connsiteX6" fmla="*/ 7197213 w 8922774"/>
              <a:gd name="connsiteY6" fmla="*/ 2861187 h 9483213"/>
              <a:gd name="connsiteX7" fmla="*/ 7020232 w 8922774"/>
              <a:gd name="connsiteY7" fmla="*/ 2861187 h 9483213"/>
              <a:gd name="connsiteX8" fmla="*/ 6769510 w 8922774"/>
              <a:gd name="connsiteY8" fmla="*/ 2875936 h 9483213"/>
              <a:gd name="connsiteX9" fmla="*/ 6533536 w 8922774"/>
              <a:gd name="connsiteY9" fmla="*/ 2934929 h 9483213"/>
              <a:gd name="connsiteX10" fmla="*/ 6297561 w 8922774"/>
              <a:gd name="connsiteY10" fmla="*/ 2979174 h 9483213"/>
              <a:gd name="connsiteX11" fmla="*/ 6046839 w 8922774"/>
              <a:gd name="connsiteY11" fmla="*/ 3067665 h 9483213"/>
              <a:gd name="connsiteX12" fmla="*/ 5722374 w 8922774"/>
              <a:gd name="connsiteY12" fmla="*/ 3215148 h 9483213"/>
              <a:gd name="connsiteX13" fmla="*/ 5456903 w 8922774"/>
              <a:gd name="connsiteY13" fmla="*/ 3362632 h 9483213"/>
              <a:gd name="connsiteX14" fmla="*/ 5220929 w 8922774"/>
              <a:gd name="connsiteY14" fmla="*/ 3569110 h 9483213"/>
              <a:gd name="connsiteX15" fmla="*/ 4999703 w 8922774"/>
              <a:gd name="connsiteY15" fmla="*/ 3805084 h 9483213"/>
              <a:gd name="connsiteX16" fmla="*/ 4778477 w 8922774"/>
              <a:gd name="connsiteY16" fmla="*/ 4129548 h 9483213"/>
              <a:gd name="connsiteX17" fmla="*/ 4660490 w 8922774"/>
              <a:gd name="connsiteY17" fmla="*/ 4483510 h 9483213"/>
              <a:gd name="connsiteX18" fmla="*/ 4645742 w 8922774"/>
              <a:gd name="connsiteY18" fmla="*/ 4911213 h 9483213"/>
              <a:gd name="connsiteX19" fmla="*/ 4719484 w 8922774"/>
              <a:gd name="connsiteY19" fmla="*/ 5294671 h 9483213"/>
              <a:gd name="connsiteX20" fmla="*/ 4793226 w 8922774"/>
              <a:gd name="connsiteY20" fmla="*/ 5427407 h 9483213"/>
              <a:gd name="connsiteX21" fmla="*/ 4970206 w 8922774"/>
              <a:gd name="connsiteY21" fmla="*/ 5722374 h 9483213"/>
              <a:gd name="connsiteX22" fmla="*/ 5279923 w 8922774"/>
              <a:gd name="connsiteY22" fmla="*/ 6061587 h 9483213"/>
              <a:gd name="connsiteX23" fmla="*/ 5648632 w 8922774"/>
              <a:gd name="connsiteY23" fmla="*/ 6297561 h 9483213"/>
              <a:gd name="connsiteX24" fmla="*/ 6150077 w 8922774"/>
              <a:gd name="connsiteY24" fmla="*/ 6533536 h 9483213"/>
              <a:gd name="connsiteX25" fmla="*/ 6518787 w 8922774"/>
              <a:gd name="connsiteY25" fmla="*/ 6622026 h 9483213"/>
              <a:gd name="connsiteX26" fmla="*/ 6902245 w 8922774"/>
              <a:gd name="connsiteY26" fmla="*/ 6710516 h 9483213"/>
              <a:gd name="connsiteX27" fmla="*/ 7182465 w 8922774"/>
              <a:gd name="connsiteY27" fmla="*/ 6695768 h 9483213"/>
              <a:gd name="connsiteX28" fmla="*/ 5707626 w 8922774"/>
              <a:gd name="connsiteY28" fmla="*/ 7978878 h 9483213"/>
              <a:gd name="connsiteX29" fmla="*/ 7315200 w 8922774"/>
              <a:gd name="connsiteY29" fmla="*/ 9483213 h 9483213"/>
              <a:gd name="connsiteX30" fmla="*/ 6061587 w 8922774"/>
              <a:gd name="connsiteY30" fmla="*/ 9409471 h 9483213"/>
              <a:gd name="connsiteX31" fmla="*/ 4572000 w 8922774"/>
              <a:gd name="connsiteY31" fmla="*/ 9144000 h 9483213"/>
              <a:gd name="connsiteX32" fmla="*/ 3156155 w 8922774"/>
              <a:gd name="connsiteY32" fmla="*/ 8642555 h 9483213"/>
              <a:gd name="connsiteX33" fmla="*/ 1932039 w 8922774"/>
              <a:gd name="connsiteY33" fmla="*/ 7964129 h 9483213"/>
              <a:gd name="connsiteX34" fmla="*/ 1061884 w 8922774"/>
              <a:gd name="connsiteY34" fmla="*/ 7226710 h 9483213"/>
              <a:gd name="connsiteX35" fmla="*/ 530942 w 8922774"/>
              <a:gd name="connsiteY35" fmla="*/ 6533536 h 9483213"/>
              <a:gd name="connsiteX36" fmla="*/ 162232 w 8922774"/>
              <a:gd name="connsiteY36" fmla="*/ 5751871 h 9483213"/>
              <a:gd name="connsiteX37" fmla="*/ 0 w 8922774"/>
              <a:gd name="connsiteY37" fmla="*/ 4984955 h 9483213"/>
              <a:gd name="connsiteX38" fmla="*/ 29497 w 8922774"/>
              <a:gd name="connsiteY38" fmla="*/ 4100052 h 9483213"/>
              <a:gd name="connsiteX39" fmla="*/ 294968 w 8922774"/>
              <a:gd name="connsiteY39" fmla="*/ 3347884 h 9483213"/>
              <a:gd name="connsiteX40" fmla="*/ 648929 w 8922774"/>
              <a:gd name="connsiteY40" fmla="*/ 2728452 h 9483213"/>
              <a:gd name="connsiteX41" fmla="*/ 1165123 w 8922774"/>
              <a:gd name="connsiteY41" fmla="*/ 2138516 h 9483213"/>
              <a:gd name="connsiteX42" fmla="*/ 1681316 w 8922774"/>
              <a:gd name="connsiteY42" fmla="*/ 1681316 h 9483213"/>
              <a:gd name="connsiteX43" fmla="*/ 2286000 w 8922774"/>
              <a:gd name="connsiteY43" fmla="*/ 1268361 h 9483213"/>
              <a:gd name="connsiteX44" fmla="*/ 2875936 w 8922774"/>
              <a:gd name="connsiteY44" fmla="*/ 943897 h 9483213"/>
              <a:gd name="connsiteX0" fmla="*/ 2875936 w 8922774"/>
              <a:gd name="connsiteY0" fmla="*/ 943897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286000 w 8922774"/>
              <a:gd name="connsiteY42" fmla="*/ 1268361 h 9483213"/>
              <a:gd name="connsiteX43" fmla="*/ 2875936 w 8922774"/>
              <a:gd name="connsiteY43" fmla="*/ 943897 h 9483213"/>
              <a:gd name="connsiteX0" fmla="*/ 2286000 w 8922774"/>
              <a:gd name="connsiteY0" fmla="*/ 1268361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286000 w 8922774"/>
              <a:gd name="connsiteY42" fmla="*/ 1268361 h 9483213"/>
              <a:gd name="connsiteX0" fmla="*/ 2286000 w 8922774"/>
              <a:gd name="connsiteY0" fmla="*/ 1268361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377440 w 8922774"/>
              <a:gd name="connsiteY42" fmla="*/ 1359801 h 9483213"/>
              <a:gd name="connsiteX0" fmla="*/ 2286000 w 8922774"/>
              <a:gd name="connsiteY0" fmla="*/ 1268361 h 9483213"/>
              <a:gd name="connsiteX1" fmla="*/ 7300452 w 8922774"/>
              <a:gd name="connsiteY1" fmla="*/ 0 h 9483213"/>
              <a:gd name="connsiteX2" fmla="*/ 2713703 w 8922774"/>
              <a:gd name="connsiteY2" fmla="*/ 1032387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303698 w 8922774"/>
              <a:gd name="connsiteY42" fmla="*/ 1300807 h 9483213"/>
              <a:gd name="connsiteX0" fmla="*/ 2286000 w 8922774"/>
              <a:gd name="connsiteY0" fmla="*/ 1268361 h 9483213"/>
              <a:gd name="connsiteX1" fmla="*/ 7300452 w 8922774"/>
              <a:gd name="connsiteY1" fmla="*/ 0 h 9483213"/>
              <a:gd name="connsiteX2" fmla="*/ 7344697 w 8922774"/>
              <a:gd name="connsiteY2" fmla="*/ 0 h 9483213"/>
              <a:gd name="connsiteX3" fmla="*/ 8922774 w 8922774"/>
              <a:gd name="connsiteY3" fmla="*/ 1415845 h 9483213"/>
              <a:gd name="connsiteX4" fmla="*/ 7197213 w 8922774"/>
              <a:gd name="connsiteY4" fmla="*/ 2861187 h 9483213"/>
              <a:gd name="connsiteX5" fmla="*/ 7020232 w 8922774"/>
              <a:gd name="connsiteY5" fmla="*/ 2861187 h 9483213"/>
              <a:gd name="connsiteX6" fmla="*/ 6769510 w 8922774"/>
              <a:gd name="connsiteY6" fmla="*/ 2875936 h 9483213"/>
              <a:gd name="connsiteX7" fmla="*/ 6533536 w 8922774"/>
              <a:gd name="connsiteY7" fmla="*/ 2934929 h 9483213"/>
              <a:gd name="connsiteX8" fmla="*/ 6297561 w 8922774"/>
              <a:gd name="connsiteY8" fmla="*/ 2979174 h 9483213"/>
              <a:gd name="connsiteX9" fmla="*/ 6046839 w 8922774"/>
              <a:gd name="connsiteY9" fmla="*/ 3067665 h 9483213"/>
              <a:gd name="connsiteX10" fmla="*/ 5722374 w 8922774"/>
              <a:gd name="connsiteY10" fmla="*/ 3215148 h 9483213"/>
              <a:gd name="connsiteX11" fmla="*/ 5456903 w 8922774"/>
              <a:gd name="connsiteY11" fmla="*/ 3362632 h 9483213"/>
              <a:gd name="connsiteX12" fmla="*/ 5220929 w 8922774"/>
              <a:gd name="connsiteY12" fmla="*/ 3569110 h 9483213"/>
              <a:gd name="connsiteX13" fmla="*/ 4999703 w 8922774"/>
              <a:gd name="connsiteY13" fmla="*/ 3805084 h 9483213"/>
              <a:gd name="connsiteX14" fmla="*/ 4778477 w 8922774"/>
              <a:gd name="connsiteY14" fmla="*/ 4129548 h 9483213"/>
              <a:gd name="connsiteX15" fmla="*/ 4660490 w 8922774"/>
              <a:gd name="connsiteY15" fmla="*/ 4483510 h 9483213"/>
              <a:gd name="connsiteX16" fmla="*/ 4645742 w 8922774"/>
              <a:gd name="connsiteY16" fmla="*/ 4911213 h 9483213"/>
              <a:gd name="connsiteX17" fmla="*/ 4719484 w 8922774"/>
              <a:gd name="connsiteY17" fmla="*/ 5294671 h 9483213"/>
              <a:gd name="connsiteX18" fmla="*/ 4793226 w 8922774"/>
              <a:gd name="connsiteY18" fmla="*/ 5427407 h 9483213"/>
              <a:gd name="connsiteX19" fmla="*/ 4970206 w 8922774"/>
              <a:gd name="connsiteY19" fmla="*/ 5722374 h 9483213"/>
              <a:gd name="connsiteX20" fmla="*/ 5279923 w 8922774"/>
              <a:gd name="connsiteY20" fmla="*/ 6061587 h 9483213"/>
              <a:gd name="connsiteX21" fmla="*/ 5648632 w 8922774"/>
              <a:gd name="connsiteY21" fmla="*/ 6297561 h 9483213"/>
              <a:gd name="connsiteX22" fmla="*/ 6150077 w 8922774"/>
              <a:gd name="connsiteY22" fmla="*/ 6533536 h 9483213"/>
              <a:gd name="connsiteX23" fmla="*/ 6518787 w 8922774"/>
              <a:gd name="connsiteY23" fmla="*/ 6622026 h 9483213"/>
              <a:gd name="connsiteX24" fmla="*/ 6902245 w 8922774"/>
              <a:gd name="connsiteY24" fmla="*/ 6710516 h 9483213"/>
              <a:gd name="connsiteX25" fmla="*/ 7182465 w 8922774"/>
              <a:gd name="connsiteY25" fmla="*/ 6695768 h 9483213"/>
              <a:gd name="connsiteX26" fmla="*/ 5707626 w 8922774"/>
              <a:gd name="connsiteY26" fmla="*/ 7978878 h 9483213"/>
              <a:gd name="connsiteX27" fmla="*/ 7315200 w 8922774"/>
              <a:gd name="connsiteY27" fmla="*/ 9483213 h 9483213"/>
              <a:gd name="connsiteX28" fmla="*/ 6061587 w 8922774"/>
              <a:gd name="connsiteY28" fmla="*/ 9409471 h 9483213"/>
              <a:gd name="connsiteX29" fmla="*/ 4572000 w 8922774"/>
              <a:gd name="connsiteY29" fmla="*/ 9144000 h 9483213"/>
              <a:gd name="connsiteX30" fmla="*/ 3156155 w 8922774"/>
              <a:gd name="connsiteY30" fmla="*/ 8642555 h 9483213"/>
              <a:gd name="connsiteX31" fmla="*/ 1932039 w 8922774"/>
              <a:gd name="connsiteY31" fmla="*/ 7964129 h 9483213"/>
              <a:gd name="connsiteX32" fmla="*/ 1061884 w 8922774"/>
              <a:gd name="connsiteY32" fmla="*/ 7226710 h 9483213"/>
              <a:gd name="connsiteX33" fmla="*/ 530942 w 8922774"/>
              <a:gd name="connsiteY33" fmla="*/ 6533536 h 9483213"/>
              <a:gd name="connsiteX34" fmla="*/ 162232 w 8922774"/>
              <a:gd name="connsiteY34" fmla="*/ 5751871 h 9483213"/>
              <a:gd name="connsiteX35" fmla="*/ 0 w 8922774"/>
              <a:gd name="connsiteY35" fmla="*/ 4984955 h 9483213"/>
              <a:gd name="connsiteX36" fmla="*/ 29497 w 8922774"/>
              <a:gd name="connsiteY36" fmla="*/ 4100052 h 9483213"/>
              <a:gd name="connsiteX37" fmla="*/ 294968 w 8922774"/>
              <a:gd name="connsiteY37" fmla="*/ 3347884 h 9483213"/>
              <a:gd name="connsiteX38" fmla="*/ 648929 w 8922774"/>
              <a:gd name="connsiteY38" fmla="*/ 2728452 h 9483213"/>
              <a:gd name="connsiteX39" fmla="*/ 1165123 w 8922774"/>
              <a:gd name="connsiteY39" fmla="*/ 2138516 h 9483213"/>
              <a:gd name="connsiteX40" fmla="*/ 1681316 w 8922774"/>
              <a:gd name="connsiteY40" fmla="*/ 1681316 h 9483213"/>
              <a:gd name="connsiteX41" fmla="*/ 2303698 w 8922774"/>
              <a:gd name="connsiteY41" fmla="*/ 1300807 h 9483213"/>
              <a:gd name="connsiteX0" fmla="*/ 2286000 w 8922774"/>
              <a:gd name="connsiteY0" fmla="*/ 1268361 h 9483213"/>
              <a:gd name="connsiteX1" fmla="*/ 4763729 w 8922774"/>
              <a:gd name="connsiteY1" fmla="*/ 619432 h 9483213"/>
              <a:gd name="connsiteX2" fmla="*/ 7300452 w 8922774"/>
              <a:gd name="connsiteY2" fmla="*/ 0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303698 w 8922774"/>
              <a:gd name="connsiteY42" fmla="*/ 1300807 h 9483213"/>
              <a:gd name="connsiteX0" fmla="*/ 2286000 w 8922774"/>
              <a:gd name="connsiteY0" fmla="*/ 1268361 h 9483213"/>
              <a:gd name="connsiteX1" fmla="*/ 4734233 w 8922774"/>
              <a:gd name="connsiteY1" fmla="*/ 280219 h 9483213"/>
              <a:gd name="connsiteX2" fmla="*/ 7300452 w 8922774"/>
              <a:gd name="connsiteY2" fmla="*/ 0 h 9483213"/>
              <a:gd name="connsiteX3" fmla="*/ 7344697 w 8922774"/>
              <a:gd name="connsiteY3" fmla="*/ 0 h 9483213"/>
              <a:gd name="connsiteX4" fmla="*/ 8922774 w 8922774"/>
              <a:gd name="connsiteY4" fmla="*/ 1415845 h 9483213"/>
              <a:gd name="connsiteX5" fmla="*/ 7197213 w 8922774"/>
              <a:gd name="connsiteY5" fmla="*/ 2861187 h 9483213"/>
              <a:gd name="connsiteX6" fmla="*/ 7020232 w 8922774"/>
              <a:gd name="connsiteY6" fmla="*/ 2861187 h 9483213"/>
              <a:gd name="connsiteX7" fmla="*/ 6769510 w 8922774"/>
              <a:gd name="connsiteY7" fmla="*/ 2875936 h 9483213"/>
              <a:gd name="connsiteX8" fmla="*/ 6533536 w 8922774"/>
              <a:gd name="connsiteY8" fmla="*/ 2934929 h 9483213"/>
              <a:gd name="connsiteX9" fmla="*/ 6297561 w 8922774"/>
              <a:gd name="connsiteY9" fmla="*/ 2979174 h 9483213"/>
              <a:gd name="connsiteX10" fmla="*/ 6046839 w 8922774"/>
              <a:gd name="connsiteY10" fmla="*/ 3067665 h 9483213"/>
              <a:gd name="connsiteX11" fmla="*/ 5722374 w 8922774"/>
              <a:gd name="connsiteY11" fmla="*/ 3215148 h 9483213"/>
              <a:gd name="connsiteX12" fmla="*/ 5456903 w 8922774"/>
              <a:gd name="connsiteY12" fmla="*/ 3362632 h 9483213"/>
              <a:gd name="connsiteX13" fmla="*/ 5220929 w 8922774"/>
              <a:gd name="connsiteY13" fmla="*/ 3569110 h 9483213"/>
              <a:gd name="connsiteX14" fmla="*/ 4999703 w 8922774"/>
              <a:gd name="connsiteY14" fmla="*/ 3805084 h 9483213"/>
              <a:gd name="connsiteX15" fmla="*/ 4778477 w 8922774"/>
              <a:gd name="connsiteY15" fmla="*/ 4129548 h 9483213"/>
              <a:gd name="connsiteX16" fmla="*/ 4660490 w 8922774"/>
              <a:gd name="connsiteY16" fmla="*/ 4483510 h 9483213"/>
              <a:gd name="connsiteX17" fmla="*/ 4645742 w 8922774"/>
              <a:gd name="connsiteY17" fmla="*/ 4911213 h 9483213"/>
              <a:gd name="connsiteX18" fmla="*/ 4719484 w 8922774"/>
              <a:gd name="connsiteY18" fmla="*/ 5294671 h 9483213"/>
              <a:gd name="connsiteX19" fmla="*/ 4793226 w 8922774"/>
              <a:gd name="connsiteY19" fmla="*/ 5427407 h 9483213"/>
              <a:gd name="connsiteX20" fmla="*/ 4970206 w 8922774"/>
              <a:gd name="connsiteY20" fmla="*/ 5722374 h 9483213"/>
              <a:gd name="connsiteX21" fmla="*/ 5279923 w 8922774"/>
              <a:gd name="connsiteY21" fmla="*/ 6061587 h 9483213"/>
              <a:gd name="connsiteX22" fmla="*/ 5648632 w 8922774"/>
              <a:gd name="connsiteY22" fmla="*/ 6297561 h 9483213"/>
              <a:gd name="connsiteX23" fmla="*/ 6150077 w 8922774"/>
              <a:gd name="connsiteY23" fmla="*/ 6533536 h 9483213"/>
              <a:gd name="connsiteX24" fmla="*/ 6518787 w 8922774"/>
              <a:gd name="connsiteY24" fmla="*/ 6622026 h 9483213"/>
              <a:gd name="connsiteX25" fmla="*/ 6902245 w 8922774"/>
              <a:gd name="connsiteY25" fmla="*/ 6710516 h 9483213"/>
              <a:gd name="connsiteX26" fmla="*/ 7182465 w 8922774"/>
              <a:gd name="connsiteY26" fmla="*/ 6695768 h 9483213"/>
              <a:gd name="connsiteX27" fmla="*/ 5707626 w 8922774"/>
              <a:gd name="connsiteY27" fmla="*/ 7978878 h 9483213"/>
              <a:gd name="connsiteX28" fmla="*/ 7315200 w 8922774"/>
              <a:gd name="connsiteY28" fmla="*/ 9483213 h 9483213"/>
              <a:gd name="connsiteX29" fmla="*/ 6061587 w 8922774"/>
              <a:gd name="connsiteY29" fmla="*/ 9409471 h 9483213"/>
              <a:gd name="connsiteX30" fmla="*/ 4572000 w 8922774"/>
              <a:gd name="connsiteY30" fmla="*/ 9144000 h 9483213"/>
              <a:gd name="connsiteX31" fmla="*/ 3156155 w 8922774"/>
              <a:gd name="connsiteY31" fmla="*/ 8642555 h 9483213"/>
              <a:gd name="connsiteX32" fmla="*/ 1932039 w 8922774"/>
              <a:gd name="connsiteY32" fmla="*/ 7964129 h 9483213"/>
              <a:gd name="connsiteX33" fmla="*/ 1061884 w 8922774"/>
              <a:gd name="connsiteY33" fmla="*/ 7226710 h 9483213"/>
              <a:gd name="connsiteX34" fmla="*/ 530942 w 8922774"/>
              <a:gd name="connsiteY34" fmla="*/ 6533536 h 9483213"/>
              <a:gd name="connsiteX35" fmla="*/ 162232 w 8922774"/>
              <a:gd name="connsiteY35" fmla="*/ 5751871 h 9483213"/>
              <a:gd name="connsiteX36" fmla="*/ 0 w 8922774"/>
              <a:gd name="connsiteY36" fmla="*/ 4984955 h 9483213"/>
              <a:gd name="connsiteX37" fmla="*/ 29497 w 8922774"/>
              <a:gd name="connsiteY37" fmla="*/ 4100052 h 9483213"/>
              <a:gd name="connsiteX38" fmla="*/ 294968 w 8922774"/>
              <a:gd name="connsiteY38" fmla="*/ 3347884 h 9483213"/>
              <a:gd name="connsiteX39" fmla="*/ 648929 w 8922774"/>
              <a:gd name="connsiteY39" fmla="*/ 2728452 h 9483213"/>
              <a:gd name="connsiteX40" fmla="*/ 1165123 w 8922774"/>
              <a:gd name="connsiteY40" fmla="*/ 2138516 h 9483213"/>
              <a:gd name="connsiteX41" fmla="*/ 1681316 w 8922774"/>
              <a:gd name="connsiteY41" fmla="*/ 1681316 h 9483213"/>
              <a:gd name="connsiteX42" fmla="*/ 2303698 w 8922774"/>
              <a:gd name="connsiteY42" fmla="*/ 1300807 h 9483213"/>
              <a:gd name="connsiteX0" fmla="*/ 2286000 w 8922774"/>
              <a:gd name="connsiteY0" fmla="*/ 1268361 h 9483213"/>
              <a:gd name="connsiteX1" fmla="*/ 4734233 w 8922774"/>
              <a:gd name="connsiteY1" fmla="*/ 280219 h 9483213"/>
              <a:gd name="connsiteX2" fmla="*/ 6209071 w 8922774"/>
              <a:gd name="connsiteY2" fmla="*/ 103239 h 9483213"/>
              <a:gd name="connsiteX3" fmla="*/ 7300452 w 8922774"/>
              <a:gd name="connsiteY3" fmla="*/ 0 h 9483213"/>
              <a:gd name="connsiteX4" fmla="*/ 7344697 w 8922774"/>
              <a:gd name="connsiteY4" fmla="*/ 0 h 9483213"/>
              <a:gd name="connsiteX5" fmla="*/ 8922774 w 8922774"/>
              <a:gd name="connsiteY5" fmla="*/ 1415845 h 9483213"/>
              <a:gd name="connsiteX6" fmla="*/ 7197213 w 8922774"/>
              <a:gd name="connsiteY6" fmla="*/ 2861187 h 9483213"/>
              <a:gd name="connsiteX7" fmla="*/ 7020232 w 8922774"/>
              <a:gd name="connsiteY7" fmla="*/ 2861187 h 9483213"/>
              <a:gd name="connsiteX8" fmla="*/ 6769510 w 8922774"/>
              <a:gd name="connsiteY8" fmla="*/ 2875936 h 9483213"/>
              <a:gd name="connsiteX9" fmla="*/ 6533536 w 8922774"/>
              <a:gd name="connsiteY9" fmla="*/ 2934929 h 9483213"/>
              <a:gd name="connsiteX10" fmla="*/ 6297561 w 8922774"/>
              <a:gd name="connsiteY10" fmla="*/ 2979174 h 9483213"/>
              <a:gd name="connsiteX11" fmla="*/ 6046839 w 8922774"/>
              <a:gd name="connsiteY11" fmla="*/ 3067665 h 9483213"/>
              <a:gd name="connsiteX12" fmla="*/ 5722374 w 8922774"/>
              <a:gd name="connsiteY12" fmla="*/ 3215148 h 9483213"/>
              <a:gd name="connsiteX13" fmla="*/ 5456903 w 8922774"/>
              <a:gd name="connsiteY13" fmla="*/ 3362632 h 9483213"/>
              <a:gd name="connsiteX14" fmla="*/ 5220929 w 8922774"/>
              <a:gd name="connsiteY14" fmla="*/ 3569110 h 9483213"/>
              <a:gd name="connsiteX15" fmla="*/ 4999703 w 8922774"/>
              <a:gd name="connsiteY15" fmla="*/ 3805084 h 9483213"/>
              <a:gd name="connsiteX16" fmla="*/ 4778477 w 8922774"/>
              <a:gd name="connsiteY16" fmla="*/ 4129548 h 9483213"/>
              <a:gd name="connsiteX17" fmla="*/ 4660490 w 8922774"/>
              <a:gd name="connsiteY17" fmla="*/ 4483510 h 9483213"/>
              <a:gd name="connsiteX18" fmla="*/ 4645742 w 8922774"/>
              <a:gd name="connsiteY18" fmla="*/ 4911213 h 9483213"/>
              <a:gd name="connsiteX19" fmla="*/ 4719484 w 8922774"/>
              <a:gd name="connsiteY19" fmla="*/ 5294671 h 9483213"/>
              <a:gd name="connsiteX20" fmla="*/ 4793226 w 8922774"/>
              <a:gd name="connsiteY20" fmla="*/ 5427407 h 9483213"/>
              <a:gd name="connsiteX21" fmla="*/ 4970206 w 8922774"/>
              <a:gd name="connsiteY21" fmla="*/ 5722374 h 9483213"/>
              <a:gd name="connsiteX22" fmla="*/ 5279923 w 8922774"/>
              <a:gd name="connsiteY22" fmla="*/ 6061587 h 9483213"/>
              <a:gd name="connsiteX23" fmla="*/ 5648632 w 8922774"/>
              <a:gd name="connsiteY23" fmla="*/ 6297561 h 9483213"/>
              <a:gd name="connsiteX24" fmla="*/ 6150077 w 8922774"/>
              <a:gd name="connsiteY24" fmla="*/ 6533536 h 9483213"/>
              <a:gd name="connsiteX25" fmla="*/ 6518787 w 8922774"/>
              <a:gd name="connsiteY25" fmla="*/ 6622026 h 9483213"/>
              <a:gd name="connsiteX26" fmla="*/ 6902245 w 8922774"/>
              <a:gd name="connsiteY26" fmla="*/ 6710516 h 9483213"/>
              <a:gd name="connsiteX27" fmla="*/ 7182465 w 8922774"/>
              <a:gd name="connsiteY27" fmla="*/ 6695768 h 9483213"/>
              <a:gd name="connsiteX28" fmla="*/ 5707626 w 8922774"/>
              <a:gd name="connsiteY28" fmla="*/ 7978878 h 9483213"/>
              <a:gd name="connsiteX29" fmla="*/ 7315200 w 8922774"/>
              <a:gd name="connsiteY29" fmla="*/ 9483213 h 9483213"/>
              <a:gd name="connsiteX30" fmla="*/ 6061587 w 8922774"/>
              <a:gd name="connsiteY30" fmla="*/ 9409471 h 9483213"/>
              <a:gd name="connsiteX31" fmla="*/ 4572000 w 8922774"/>
              <a:gd name="connsiteY31" fmla="*/ 9144000 h 9483213"/>
              <a:gd name="connsiteX32" fmla="*/ 3156155 w 8922774"/>
              <a:gd name="connsiteY32" fmla="*/ 8642555 h 9483213"/>
              <a:gd name="connsiteX33" fmla="*/ 1932039 w 8922774"/>
              <a:gd name="connsiteY33" fmla="*/ 7964129 h 9483213"/>
              <a:gd name="connsiteX34" fmla="*/ 1061884 w 8922774"/>
              <a:gd name="connsiteY34" fmla="*/ 7226710 h 9483213"/>
              <a:gd name="connsiteX35" fmla="*/ 530942 w 8922774"/>
              <a:gd name="connsiteY35" fmla="*/ 6533536 h 9483213"/>
              <a:gd name="connsiteX36" fmla="*/ 162232 w 8922774"/>
              <a:gd name="connsiteY36" fmla="*/ 5751871 h 9483213"/>
              <a:gd name="connsiteX37" fmla="*/ 0 w 8922774"/>
              <a:gd name="connsiteY37" fmla="*/ 4984955 h 9483213"/>
              <a:gd name="connsiteX38" fmla="*/ 29497 w 8922774"/>
              <a:gd name="connsiteY38" fmla="*/ 4100052 h 9483213"/>
              <a:gd name="connsiteX39" fmla="*/ 294968 w 8922774"/>
              <a:gd name="connsiteY39" fmla="*/ 3347884 h 9483213"/>
              <a:gd name="connsiteX40" fmla="*/ 648929 w 8922774"/>
              <a:gd name="connsiteY40" fmla="*/ 2728452 h 9483213"/>
              <a:gd name="connsiteX41" fmla="*/ 1165123 w 8922774"/>
              <a:gd name="connsiteY41" fmla="*/ 2138516 h 9483213"/>
              <a:gd name="connsiteX42" fmla="*/ 1681316 w 8922774"/>
              <a:gd name="connsiteY42" fmla="*/ 1681316 h 9483213"/>
              <a:gd name="connsiteX43" fmla="*/ 2303698 w 8922774"/>
              <a:gd name="connsiteY43" fmla="*/ 1300807 h 9483213"/>
              <a:gd name="connsiteX0" fmla="*/ 2286000 w 8922774"/>
              <a:gd name="connsiteY0" fmla="*/ 1268361 h 9483213"/>
              <a:gd name="connsiteX1" fmla="*/ 4734233 w 8922774"/>
              <a:gd name="connsiteY1" fmla="*/ 280219 h 9483213"/>
              <a:gd name="connsiteX2" fmla="*/ 6194322 w 8922774"/>
              <a:gd name="connsiteY2" fmla="*/ 44246 h 9483213"/>
              <a:gd name="connsiteX3" fmla="*/ 7300452 w 8922774"/>
              <a:gd name="connsiteY3" fmla="*/ 0 h 9483213"/>
              <a:gd name="connsiteX4" fmla="*/ 7344697 w 8922774"/>
              <a:gd name="connsiteY4" fmla="*/ 0 h 9483213"/>
              <a:gd name="connsiteX5" fmla="*/ 8922774 w 8922774"/>
              <a:gd name="connsiteY5" fmla="*/ 1415845 h 9483213"/>
              <a:gd name="connsiteX6" fmla="*/ 7197213 w 8922774"/>
              <a:gd name="connsiteY6" fmla="*/ 2861187 h 9483213"/>
              <a:gd name="connsiteX7" fmla="*/ 7020232 w 8922774"/>
              <a:gd name="connsiteY7" fmla="*/ 2861187 h 9483213"/>
              <a:gd name="connsiteX8" fmla="*/ 6769510 w 8922774"/>
              <a:gd name="connsiteY8" fmla="*/ 2875936 h 9483213"/>
              <a:gd name="connsiteX9" fmla="*/ 6533536 w 8922774"/>
              <a:gd name="connsiteY9" fmla="*/ 2934929 h 9483213"/>
              <a:gd name="connsiteX10" fmla="*/ 6297561 w 8922774"/>
              <a:gd name="connsiteY10" fmla="*/ 2979174 h 9483213"/>
              <a:gd name="connsiteX11" fmla="*/ 6046839 w 8922774"/>
              <a:gd name="connsiteY11" fmla="*/ 3067665 h 9483213"/>
              <a:gd name="connsiteX12" fmla="*/ 5722374 w 8922774"/>
              <a:gd name="connsiteY12" fmla="*/ 3215148 h 9483213"/>
              <a:gd name="connsiteX13" fmla="*/ 5456903 w 8922774"/>
              <a:gd name="connsiteY13" fmla="*/ 3362632 h 9483213"/>
              <a:gd name="connsiteX14" fmla="*/ 5220929 w 8922774"/>
              <a:gd name="connsiteY14" fmla="*/ 3569110 h 9483213"/>
              <a:gd name="connsiteX15" fmla="*/ 4999703 w 8922774"/>
              <a:gd name="connsiteY15" fmla="*/ 3805084 h 9483213"/>
              <a:gd name="connsiteX16" fmla="*/ 4778477 w 8922774"/>
              <a:gd name="connsiteY16" fmla="*/ 4129548 h 9483213"/>
              <a:gd name="connsiteX17" fmla="*/ 4660490 w 8922774"/>
              <a:gd name="connsiteY17" fmla="*/ 4483510 h 9483213"/>
              <a:gd name="connsiteX18" fmla="*/ 4645742 w 8922774"/>
              <a:gd name="connsiteY18" fmla="*/ 4911213 h 9483213"/>
              <a:gd name="connsiteX19" fmla="*/ 4719484 w 8922774"/>
              <a:gd name="connsiteY19" fmla="*/ 5294671 h 9483213"/>
              <a:gd name="connsiteX20" fmla="*/ 4793226 w 8922774"/>
              <a:gd name="connsiteY20" fmla="*/ 5427407 h 9483213"/>
              <a:gd name="connsiteX21" fmla="*/ 4970206 w 8922774"/>
              <a:gd name="connsiteY21" fmla="*/ 5722374 h 9483213"/>
              <a:gd name="connsiteX22" fmla="*/ 5279923 w 8922774"/>
              <a:gd name="connsiteY22" fmla="*/ 6061587 h 9483213"/>
              <a:gd name="connsiteX23" fmla="*/ 5648632 w 8922774"/>
              <a:gd name="connsiteY23" fmla="*/ 6297561 h 9483213"/>
              <a:gd name="connsiteX24" fmla="*/ 6150077 w 8922774"/>
              <a:gd name="connsiteY24" fmla="*/ 6533536 h 9483213"/>
              <a:gd name="connsiteX25" fmla="*/ 6518787 w 8922774"/>
              <a:gd name="connsiteY25" fmla="*/ 6622026 h 9483213"/>
              <a:gd name="connsiteX26" fmla="*/ 6902245 w 8922774"/>
              <a:gd name="connsiteY26" fmla="*/ 6710516 h 9483213"/>
              <a:gd name="connsiteX27" fmla="*/ 7182465 w 8922774"/>
              <a:gd name="connsiteY27" fmla="*/ 6695768 h 9483213"/>
              <a:gd name="connsiteX28" fmla="*/ 5707626 w 8922774"/>
              <a:gd name="connsiteY28" fmla="*/ 7978878 h 9483213"/>
              <a:gd name="connsiteX29" fmla="*/ 7315200 w 8922774"/>
              <a:gd name="connsiteY29" fmla="*/ 9483213 h 9483213"/>
              <a:gd name="connsiteX30" fmla="*/ 6061587 w 8922774"/>
              <a:gd name="connsiteY30" fmla="*/ 9409471 h 9483213"/>
              <a:gd name="connsiteX31" fmla="*/ 4572000 w 8922774"/>
              <a:gd name="connsiteY31" fmla="*/ 9144000 h 9483213"/>
              <a:gd name="connsiteX32" fmla="*/ 3156155 w 8922774"/>
              <a:gd name="connsiteY32" fmla="*/ 8642555 h 9483213"/>
              <a:gd name="connsiteX33" fmla="*/ 1932039 w 8922774"/>
              <a:gd name="connsiteY33" fmla="*/ 7964129 h 9483213"/>
              <a:gd name="connsiteX34" fmla="*/ 1061884 w 8922774"/>
              <a:gd name="connsiteY34" fmla="*/ 7226710 h 9483213"/>
              <a:gd name="connsiteX35" fmla="*/ 530942 w 8922774"/>
              <a:gd name="connsiteY35" fmla="*/ 6533536 h 9483213"/>
              <a:gd name="connsiteX36" fmla="*/ 162232 w 8922774"/>
              <a:gd name="connsiteY36" fmla="*/ 5751871 h 9483213"/>
              <a:gd name="connsiteX37" fmla="*/ 0 w 8922774"/>
              <a:gd name="connsiteY37" fmla="*/ 4984955 h 9483213"/>
              <a:gd name="connsiteX38" fmla="*/ 29497 w 8922774"/>
              <a:gd name="connsiteY38" fmla="*/ 4100052 h 9483213"/>
              <a:gd name="connsiteX39" fmla="*/ 294968 w 8922774"/>
              <a:gd name="connsiteY39" fmla="*/ 3347884 h 9483213"/>
              <a:gd name="connsiteX40" fmla="*/ 648929 w 8922774"/>
              <a:gd name="connsiteY40" fmla="*/ 2728452 h 9483213"/>
              <a:gd name="connsiteX41" fmla="*/ 1165123 w 8922774"/>
              <a:gd name="connsiteY41" fmla="*/ 2138516 h 9483213"/>
              <a:gd name="connsiteX42" fmla="*/ 1681316 w 8922774"/>
              <a:gd name="connsiteY42" fmla="*/ 1681316 h 9483213"/>
              <a:gd name="connsiteX43" fmla="*/ 2303698 w 8922774"/>
              <a:gd name="connsiteY43" fmla="*/ 1300807 h 9483213"/>
              <a:gd name="connsiteX0" fmla="*/ 2286000 w 8922774"/>
              <a:gd name="connsiteY0" fmla="*/ 1268361 h 9483213"/>
              <a:gd name="connsiteX1" fmla="*/ 3465871 w 8922774"/>
              <a:gd name="connsiteY1" fmla="*/ 766916 h 9483213"/>
              <a:gd name="connsiteX2" fmla="*/ 4734233 w 8922774"/>
              <a:gd name="connsiteY2" fmla="*/ 280219 h 9483213"/>
              <a:gd name="connsiteX3" fmla="*/ 6194322 w 8922774"/>
              <a:gd name="connsiteY3" fmla="*/ 44246 h 9483213"/>
              <a:gd name="connsiteX4" fmla="*/ 7300452 w 8922774"/>
              <a:gd name="connsiteY4" fmla="*/ 0 h 9483213"/>
              <a:gd name="connsiteX5" fmla="*/ 7344697 w 8922774"/>
              <a:gd name="connsiteY5" fmla="*/ 0 h 9483213"/>
              <a:gd name="connsiteX6" fmla="*/ 8922774 w 8922774"/>
              <a:gd name="connsiteY6" fmla="*/ 1415845 h 9483213"/>
              <a:gd name="connsiteX7" fmla="*/ 7197213 w 8922774"/>
              <a:gd name="connsiteY7" fmla="*/ 2861187 h 9483213"/>
              <a:gd name="connsiteX8" fmla="*/ 7020232 w 8922774"/>
              <a:gd name="connsiteY8" fmla="*/ 2861187 h 9483213"/>
              <a:gd name="connsiteX9" fmla="*/ 6769510 w 8922774"/>
              <a:gd name="connsiteY9" fmla="*/ 2875936 h 9483213"/>
              <a:gd name="connsiteX10" fmla="*/ 6533536 w 8922774"/>
              <a:gd name="connsiteY10" fmla="*/ 2934929 h 9483213"/>
              <a:gd name="connsiteX11" fmla="*/ 6297561 w 8922774"/>
              <a:gd name="connsiteY11" fmla="*/ 2979174 h 9483213"/>
              <a:gd name="connsiteX12" fmla="*/ 6046839 w 8922774"/>
              <a:gd name="connsiteY12" fmla="*/ 3067665 h 9483213"/>
              <a:gd name="connsiteX13" fmla="*/ 5722374 w 8922774"/>
              <a:gd name="connsiteY13" fmla="*/ 3215148 h 9483213"/>
              <a:gd name="connsiteX14" fmla="*/ 5456903 w 8922774"/>
              <a:gd name="connsiteY14" fmla="*/ 3362632 h 9483213"/>
              <a:gd name="connsiteX15" fmla="*/ 5220929 w 8922774"/>
              <a:gd name="connsiteY15" fmla="*/ 3569110 h 9483213"/>
              <a:gd name="connsiteX16" fmla="*/ 4999703 w 8922774"/>
              <a:gd name="connsiteY16" fmla="*/ 3805084 h 9483213"/>
              <a:gd name="connsiteX17" fmla="*/ 4778477 w 8922774"/>
              <a:gd name="connsiteY17" fmla="*/ 4129548 h 9483213"/>
              <a:gd name="connsiteX18" fmla="*/ 4660490 w 8922774"/>
              <a:gd name="connsiteY18" fmla="*/ 4483510 h 9483213"/>
              <a:gd name="connsiteX19" fmla="*/ 4645742 w 8922774"/>
              <a:gd name="connsiteY19" fmla="*/ 4911213 h 9483213"/>
              <a:gd name="connsiteX20" fmla="*/ 4719484 w 8922774"/>
              <a:gd name="connsiteY20" fmla="*/ 5294671 h 9483213"/>
              <a:gd name="connsiteX21" fmla="*/ 4793226 w 8922774"/>
              <a:gd name="connsiteY21" fmla="*/ 5427407 h 9483213"/>
              <a:gd name="connsiteX22" fmla="*/ 4970206 w 8922774"/>
              <a:gd name="connsiteY22" fmla="*/ 5722374 h 9483213"/>
              <a:gd name="connsiteX23" fmla="*/ 5279923 w 8922774"/>
              <a:gd name="connsiteY23" fmla="*/ 6061587 h 9483213"/>
              <a:gd name="connsiteX24" fmla="*/ 5648632 w 8922774"/>
              <a:gd name="connsiteY24" fmla="*/ 6297561 h 9483213"/>
              <a:gd name="connsiteX25" fmla="*/ 6150077 w 8922774"/>
              <a:gd name="connsiteY25" fmla="*/ 6533536 h 9483213"/>
              <a:gd name="connsiteX26" fmla="*/ 6518787 w 8922774"/>
              <a:gd name="connsiteY26" fmla="*/ 6622026 h 9483213"/>
              <a:gd name="connsiteX27" fmla="*/ 6902245 w 8922774"/>
              <a:gd name="connsiteY27" fmla="*/ 6710516 h 9483213"/>
              <a:gd name="connsiteX28" fmla="*/ 7182465 w 8922774"/>
              <a:gd name="connsiteY28" fmla="*/ 6695768 h 9483213"/>
              <a:gd name="connsiteX29" fmla="*/ 5707626 w 8922774"/>
              <a:gd name="connsiteY29" fmla="*/ 7978878 h 9483213"/>
              <a:gd name="connsiteX30" fmla="*/ 7315200 w 8922774"/>
              <a:gd name="connsiteY30" fmla="*/ 9483213 h 9483213"/>
              <a:gd name="connsiteX31" fmla="*/ 6061587 w 8922774"/>
              <a:gd name="connsiteY31" fmla="*/ 9409471 h 9483213"/>
              <a:gd name="connsiteX32" fmla="*/ 4572000 w 8922774"/>
              <a:gd name="connsiteY32" fmla="*/ 9144000 h 9483213"/>
              <a:gd name="connsiteX33" fmla="*/ 3156155 w 8922774"/>
              <a:gd name="connsiteY33" fmla="*/ 8642555 h 9483213"/>
              <a:gd name="connsiteX34" fmla="*/ 1932039 w 8922774"/>
              <a:gd name="connsiteY34" fmla="*/ 7964129 h 9483213"/>
              <a:gd name="connsiteX35" fmla="*/ 1061884 w 8922774"/>
              <a:gd name="connsiteY35" fmla="*/ 7226710 h 9483213"/>
              <a:gd name="connsiteX36" fmla="*/ 530942 w 8922774"/>
              <a:gd name="connsiteY36" fmla="*/ 6533536 h 9483213"/>
              <a:gd name="connsiteX37" fmla="*/ 162232 w 8922774"/>
              <a:gd name="connsiteY37" fmla="*/ 5751871 h 9483213"/>
              <a:gd name="connsiteX38" fmla="*/ 0 w 8922774"/>
              <a:gd name="connsiteY38" fmla="*/ 4984955 h 9483213"/>
              <a:gd name="connsiteX39" fmla="*/ 29497 w 8922774"/>
              <a:gd name="connsiteY39" fmla="*/ 4100052 h 9483213"/>
              <a:gd name="connsiteX40" fmla="*/ 294968 w 8922774"/>
              <a:gd name="connsiteY40" fmla="*/ 3347884 h 9483213"/>
              <a:gd name="connsiteX41" fmla="*/ 648929 w 8922774"/>
              <a:gd name="connsiteY41" fmla="*/ 2728452 h 9483213"/>
              <a:gd name="connsiteX42" fmla="*/ 1165123 w 8922774"/>
              <a:gd name="connsiteY42" fmla="*/ 2138516 h 9483213"/>
              <a:gd name="connsiteX43" fmla="*/ 1681316 w 8922774"/>
              <a:gd name="connsiteY43" fmla="*/ 1681316 h 9483213"/>
              <a:gd name="connsiteX44" fmla="*/ 2303698 w 8922774"/>
              <a:gd name="connsiteY44" fmla="*/ 1300807 h 9483213"/>
              <a:gd name="connsiteX0" fmla="*/ 2286000 w 8922774"/>
              <a:gd name="connsiteY0" fmla="*/ 1268361 h 9483213"/>
              <a:gd name="connsiteX1" fmla="*/ 3421625 w 8922774"/>
              <a:gd name="connsiteY1" fmla="*/ 707923 h 9483213"/>
              <a:gd name="connsiteX2" fmla="*/ 4734233 w 8922774"/>
              <a:gd name="connsiteY2" fmla="*/ 280219 h 9483213"/>
              <a:gd name="connsiteX3" fmla="*/ 6194322 w 8922774"/>
              <a:gd name="connsiteY3" fmla="*/ 44246 h 9483213"/>
              <a:gd name="connsiteX4" fmla="*/ 7300452 w 8922774"/>
              <a:gd name="connsiteY4" fmla="*/ 0 h 9483213"/>
              <a:gd name="connsiteX5" fmla="*/ 7344697 w 8922774"/>
              <a:gd name="connsiteY5" fmla="*/ 0 h 9483213"/>
              <a:gd name="connsiteX6" fmla="*/ 8922774 w 8922774"/>
              <a:gd name="connsiteY6" fmla="*/ 1415845 h 9483213"/>
              <a:gd name="connsiteX7" fmla="*/ 7197213 w 8922774"/>
              <a:gd name="connsiteY7" fmla="*/ 2861187 h 9483213"/>
              <a:gd name="connsiteX8" fmla="*/ 7020232 w 8922774"/>
              <a:gd name="connsiteY8" fmla="*/ 2861187 h 9483213"/>
              <a:gd name="connsiteX9" fmla="*/ 6769510 w 8922774"/>
              <a:gd name="connsiteY9" fmla="*/ 2875936 h 9483213"/>
              <a:gd name="connsiteX10" fmla="*/ 6533536 w 8922774"/>
              <a:gd name="connsiteY10" fmla="*/ 2934929 h 9483213"/>
              <a:gd name="connsiteX11" fmla="*/ 6297561 w 8922774"/>
              <a:gd name="connsiteY11" fmla="*/ 2979174 h 9483213"/>
              <a:gd name="connsiteX12" fmla="*/ 6046839 w 8922774"/>
              <a:gd name="connsiteY12" fmla="*/ 3067665 h 9483213"/>
              <a:gd name="connsiteX13" fmla="*/ 5722374 w 8922774"/>
              <a:gd name="connsiteY13" fmla="*/ 3215148 h 9483213"/>
              <a:gd name="connsiteX14" fmla="*/ 5456903 w 8922774"/>
              <a:gd name="connsiteY14" fmla="*/ 3362632 h 9483213"/>
              <a:gd name="connsiteX15" fmla="*/ 5220929 w 8922774"/>
              <a:gd name="connsiteY15" fmla="*/ 3569110 h 9483213"/>
              <a:gd name="connsiteX16" fmla="*/ 4999703 w 8922774"/>
              <a:gd name="connsiteY16" fmla="*/ 3805084 h 9483213"/>
              <a:gd name="connsiteX17" fmla="*/ 4778477 w 8922774"/>
              <a:gd name="connsiteY17" fmla="*/ 4129548 h 9483213"/>
              <a:gd name="connsiteX18" fmla="*/ 4660490 w 8922774"/>
              <a:gd name="connsiteY18" fmla="*/ 4483510 h 9483213"/>
              <a:gd name="connsiteX19" fmla="*/ 4645742 w 8922774"/>
              <a:gd name="connsiteY19" fmla="*/ 4911213 h 9483213"/>
              <a:gd name="connsiteX20" fmla="*/ 4719484 w 8922774"/>
              <a:gd name="connsiteY20" fmla="*/ 5294671 h 9483213"/>
              <a:gd name="connsiteX21" fmla="*/ 4793226 w 8922774"/>
              <a:gd name="connsiteY21" fmla="*/ 5427407 h 9483213"/>
              <a:gd name="connsiteX22" fmla="*/ 4970206 w 8922774"/>
              <a:gd name="connsiteY22" fmla="*/ 5722374 h 9483213"/>
              <a:gd name="connsiteX23" fmla="*/ 5279923 w 8922774"/>
              <a:gd name="connsiteY23" fmla="*/ 6061587 h 9483213"/>
              <a:gd name="connsiteX24" fmla="*/ 5648632 w 8922774"/>
              <a:gd name="connsiteY24" fmla="*/ 6297561 h 9483213"/>
              <a:gd name="connsiteX25" fmla="*/ 6150077 w 8922774"/>
              <a:gd name="connsiteY25" fmla="*/ 6533536 h 9483213"/>
              <a:gd name="connsiteX26" fmla="*/ 6518787 w 8922774"/>
              <a:gd name="connsiteY26" fmla="*/ 6622026 h 9483213"/>
              <a:gd name="connsiteX27" fmla="*/ 6902245 w 8922774"/>
              <a:gd name="connsiteY27" fmla="*/ 6710516 h 9483213"/>
              <a:gd name="connsiteX28" fmla="*/ 7182465 w 8922774"/>
              <a:gd name="connsiteY28" fmla="*/ 6695768 h 9483213"/>
              <a:gd name="connsiteX29" fmla="*/ 5707626 w 8922774"/>
              <a:gd name="connsiteY29" fmla="*/ 7978878 h 9483213"/>
              <a:gd name="connsiteX30" fmla="*/ 7315200 w 8922774"/>
              <a:gd name="connsiteY30" fmla="*/ 9483213 h 9483213"/>
              <a:gd name="connsiteX31" fmla="*/ 6061587 w 8922774"/>
              <a:gd name="connsiteY31" fmla="*/ 9409471 h 9483213"/>
              <a:gd name="connsiteX32" fmla="*/ 4572000 w 8922774"/>
              <a:gd name="connsiteY32" fmla="*/ 9144000 h 9483213"/>
              <a:gd name="connsiteX33" fmla="*/ 3156155 w 8922774"/>
              <a:gd name="connsiteY33" fmla="*/ 8642555 h 9483213"/>
              <a:gd name="connsiteX34" fmla="*/ 1932039 w 8922774"/>
              <a:gd name="connsiteY34" fmla="*/ 7964129 h 9483213"/>
              <a:gd name="connsiteX35" fmla="*/ 1061884 w 8922774"/>
              <a:gd name="connsiteY35" fmla="*/ 7226710 h 9483213"/>
              <a:gd name="connsiteX36" fmla="*/ 530942 w 8922774"/>
              <a:gd name="connsiteY36" fmla="*/ 6533536 h 9483213"/>
              <a:gd name="connsiteX37" fmla="*/ 162232 w 8922774"/>
              <a:gd name="connsiteY37" fmla="*/ 5751871 h 9483213"/>
              <a:gd name="connsiteX38" fmla="*/ 0 w 8922774"/>
              <a:gd name="connsiteY38" fmla="*/ 4984955 h 9483213"/>
              <a:gd name="connsiteX39" fmla="*/ 29497 w 8922774"/>
              <a:gd name="connsiteY39" fmla="*/ 4100052 h 9483213"/>
              <a:gd name="connsiteX40" fmla="*/ 294968 w 8922774"/>
              <a:gd name="connsiteY40" fmla="*/ 3347884 h 9483213"/>
              <a:gd name="connsiteX41" fmla="*/ 648929 w 8922774"/>
              <a:gd name="connsiteY41" fmla="*/ 2728452 h 9483213"/>
              <a:gd name="connsiteX42" fmla="*/ 1165123 w 8922774"/>
              <a:gd name="connsiteY42" fmla="*/ 2138516 h 9483213"/>
              <a:gd name="connsiteX43" fmla="*/ 1681316 w 8922774"/>
              <a:gd name="connsiteY43" fmla="*/ 1681316 h 9483213"/>
              <a:gd name="connsiteX44" fmla="*/ 2303698 w 8922774"/>
              <a:gd name="connsiteY44" fmla="*/ 1300807 h 948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8922774" h="9483213">
                <a:moveTo>
                  <a:pt x="2286000" y="1268361"/>
                </a:moveTo>
                <a:lnTo>
                  <a:pt x="3421625" y="707923"/>
                </a:lnTo>
                <a:lnTo>
                  <a:pt x="4734233" y="280219"/>
                </a:lnTo>
                <a:lnTo>
                  <a:pt x="6194322" y="44246"/>
                </a:lnTo>
                <a:lnTo>
                  <a:pt x="7300452" y="0"/>
                </a:lnTo>
                <a:lnTo>
                  <a:pt x="7344697" y="0"/>
                </a:lnTo>
                <a:lnTo>
                  <a:pt x="8922774" y="1415845"/>
                </a:lnTo>
                <a:lnTo>
                  <a:pt x="7197213" y="2861187"/>
                </a:lnTo>
                <a:lnTo>
                  <a:pt x="7020232" y="2861187"/>
                </a:lnTo>
                <a:lnTo>
                  <a:pt x="6769510" y="2875936"/>
                </a:lnTo>
                <a:lnTo>
                  <a:pt x="6533536" y="2934929"/>
                </a:lnTo>
                <a:lnTo>
                  <a:pt x="6297561" y="2979174"/>
                </a:lnTo>
                <a:lnTo>
                  <a:pt x="6046839" y="3067665"/>
                </a:lnTo>
                <a:lnTo>
                  <a:pt x="5722374" y="3215148"/>
                </a:lnTo>
                <a:lnTo>
                  <a:pt x="5456903" y="3362632"/>
                </a:lnTo>
                <a:lnTo>
                  <a:pt x="5220929" y="3569110"/>
                </a:lnTo>
                <a:lnTo>
                  <a:pt x="4999703" y="3805084"/>
                </a:lnTo>
                <a:lnTo>
                  <a:pt x="4778477" y="4129548"/>
                </a:lnTo>
                <a:lnTo>
                  <a:pt x="4660490" y="4483510"/>
                </a:lnTo>
                <a:lnTo>
                  <a:pt x="4645742" y="4911213"/>
                </a:lnTo>
                <a:lnTo>
                  <a:pt x="4719484" y="5294671"/>
                </a:lnTo>
                <a:lnTo>
                  <a:pt x="4793226" y="5427407"/>
                </a:lnTo>
                <a:lnTo>
                  <a:pt x="4970206" y="5722374"/>
                </a:lnTo>
                <a:lnTo>
                  <a:pt x="5279923" y="6061587"/>
                </a:lnTo>
                <a:lnTo>
                  <a:pt x="5648632" y="6297561"/>
                </a:lnTo>
                <a:lnTo>
                  <a:pt x="6150077" y="6533536"/>
                </a:lnTo>
                <a:lnTo>
                  <a:pt x="6518787" y="6622026"/>
                </a:lnTo>
                <a:lnTo>
                  <a:pt x="6902245" y="6710516"/>
                </a:lnTo>
                <a:lnTo>
                  <a:pt x="7182465" y="6695768"/>
                </a:lnTo>
                <a:lnTo>
                  <a:pt x="5707626" y="7978878"/>
                </a:lnTo>
                <a:lnTo>
                  <a:pt x="7315200" y="9483213"/>
                </a:lnTo>
                <a:lnTo>
                  <a:pt x="6061587" y="9409471"/>
                </a:lnTo>
                <a:lnTo>
                  <a:pt x="4572000" y="9144000"/>
                </a:lnTo>
                <a:lnTo>
                  <a:pt x="3156155" y="8642555"/>
                </a:lnTo>
                <a:lnTo>
                  <a:pt x="1932039" y="7964129"/>
                </a:lnTo>
                <a:lnTo>
                  <a:pt x="1061884" y="7226710"/>
                </a:lnTo>
                <a:lnTo>
                  <a:pt x="530942" y="6533536"/>
                </a:lnTo>
                <a:lnTo>
                  <a:pt x="162232" y="5751871"/>
                </a:lnTo>
                <a:lnTo>
                  <a:pt x="0" y="4984955"/>
                </a:lnTo>
                <a:lnTo>
                  <a:pt x="29497" y="4100052"/>
                </a:lnTo>
                <a:lnTo>
                  <a:pt x="294968" y="3347884"/>
                </a:lnTo>
                <a:lnTo>
                  <a:pt x="648929" y="2728452"/>
                </a:lnTo>
                <a:lnTo>
                  <a:pt x="1165123" y="2138516"/>
                </a:lnTo>
                <a:lnTo>
                  <a:pt x="1681316" y="1681316"/>
                </a:lnTo>
                <a:cubicBezTo>
                  <a:pt x="1882877" y="1543664"/>
                  <a:pt x="2303698" y="1300807"/>
                  <a:pt x="2303698" y="1300807"/>
                </a:cubicBezTo>
              </a:path>
            </a:pathLst>
          </a:custGeom>
          <a:solidFill>
            <a:srgbClr val="DCEAF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Chroma and Cohere (Integration Guide) | Cohere">
            <a:extLst>
              <a:ext uri="{FF2B5EF4-FFF2-40B4-BE49-F238E27FC236}">
                <a16:creationId xmlns:a16="http://schemas.microsoft.com/office/drawing/2014/main" id="{7D2D2CC1-0D47-7AC9-21E0-FE19CB1C5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052" y="3017149"/>
            <a:ext cx="4292962" cy="162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hiny Express logo">
            <a:extLst>
              <a:ext uri="{FF2B5EF4-FFF2-40B4-BE49-F238E27FC236}">
                <a16:creationId xmlns:a16="http://schemas.microsoft.com/office/drawing/2014/main" id="{838FB294-1537-3D3F-ABC5-BF066C1DB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1809" y="8494389"/>
            <a:ext cx="3385527" cy="177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ostgresql plain wordmark logo - Social media &amp; Logos Icons">
            <a:extLst>
              <a:ext uri="{FF2B5EF4-FFF2-40B4-BE49-F238E27FC236}">
                <a16:creationId xmlns:a16="http://schemas.microsoft.com/office/drawing/2014/main" id="{3DAC9B39-6082-B2A9-F87B-AC4A7E6C9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8761" y="3812767"/>
            <a:ext cx="2848575" cy="284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5B3B88E-FE29-C90D-D373-41F966C41555}"/>
              </a:ext>
            </a:extLst>
          </p:cNvPr>
          <p:cNvSpPr/>
          <p:nvPr/>
        </p:nvSpPr>
        <p:spPr>
          <a:xfrm>
            <a:off x="10795819" y="5251804"/>
            <a:ext cx="5102942" cy="38363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solidFill>
                  <a:schemeClr val="bg2">
                    <a:lumMod val="50000"/>
                  </a:schemeClr>
                </a:solidFill>
              </a:rPr>
              <a:t>Technology Stack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DA3B6E-CB44-C292-C865-84EC8BBCFD6E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11857703" y="9088123"/>
            <a:ext cx="1489587" cy="1294742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D162D3-1C5B-52FC-F8F5-03317EBCB82C}"/>
              </a:ext>
            </a:extLst>
          </p:cNvPr>
          <p:cNvCxnSpPr>
            <a:cxnSpLocks/>
            <a:stCxn id="11" idx="4"/>
          </p:cNvCxnSpPr>
          <p:nvPr/>
        </p:nvCxnSpPr>
        <p:spPr>
          <a:xfrm flipH="1" flipV="1">
            <a:off x="11857703" y="10382865"/>
            <a:ext cx="1599354" cy="1489586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675E00-DCBC-EB74-807B-B9A3938745D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3347290" y="3813147"/>
            <a:ext cx="1725562" cy="1438657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39671D8-18AC-227B-A76A-E120943713EA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13457057" y="2389238"/>
            <a:ext cx="1615795" cy="1423909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6" name="Graphic 1045">
            <a:extLst>
              <a:ext uri="{FF2B5EF4-FFF2-40B4-BE49-F238E27FC236}">
                <a16:creationId xmlns:a16="http://schemas.microsoft.com/office/drawing/2014/main" id="{0373E6E5-C3BF-179F-1B54-448078053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1097" y="7631828"/>
            <a:ext cx="4223369" cy="3836320"/>
          </a:xfrm>
          <a:prstGeom prst="rect">
            <a:avLst/>
          </a:prstGeom>
        </p:spPr>
      </p:pic>
      <p:pic>
        <p:nvPicPr>
          <p:cNvPr id="1053" name="Graphic 1052">
            <a:extLst>
              <a:ext uri="{FF2B5EF4-FFF2-40B4-BE49-F238E27FC236}">
                <a16:creationId xmlns:a16="http://schemas.microsoft.com/office/drawing/2014/main" id="{B631308D-D0C9-BAAE-1947-C8B155D29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4543" y="4353197"/>
            <a:ext cx="4252385" cy="425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99DDEB-CFF7-DA1B-DE02-B26D31E3A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747" y="0"/>
            <a:ext cx="13716000" cy="6497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53E7BF-04B6-18D4-B8E1-CE5C3CAA1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746" y="6717890"/>
            <a:ext cx="13715999" cy="63581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652171-7574-3FD5-EE3E-8BD0C429B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746" y="13296296"/>
            <a:ext cx="13715998" cy="635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10455</TotalTime>
  <Words>220</Words>
  <Application>Microsoft Macintosh PowerPoint</Application>
  <PresentationFormat>Custom</PresentationFormat>
  <Paragraphs>58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Discourse2Draft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Talukder, Amlan (NIH/NIEHS) [C]</dc:creator>
  <cp:lastModifiedBy>Talukder, Amlan (NIH/NIEHS) [E]</cp:lastModifiedBy>
  <cp:revision>15</cp:revision>
  <dcterms:created xsi:type="dcterms:W3CDTF">2025-07-21T16:13:35Z</dcterms:created>
  <dcterms:modified xsi:type="dcterms:W3CDTF">2026-03-23T14:02:57Z</dcterms:modified>
</cp:coreProperties>
</file>